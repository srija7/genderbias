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76" r:id="rId1"/>
  </p:sldMasterIdLst>
  <p:notesMasterIdLst>
    <p:notesMasterId r:id="rId30"/>
  </p:notesMasterIdLst>
  <p:sldIdLst>
    <p:sldId id="257" r:id="rId2"/>
    <p:sldId id="284" r:id="rId3"/>
    <p:sldId id="258" r:id="rId4"/>
    <p:sldId id="288" r:id="rId5"/>
    <p:sldId id="259" r:id="rId6"/>
    <p:sldId id="260" r:id="rId7"/>
    <p:sldId id="262" r:id="rId8"/>
    <p:sldId id="263" r:id="rId9"/>
    <p:sldId id="264" r:id="rId10"/>
    <p:sldId id="289" r:id="rId11"/>
    <p:sldId id="265" r:id="rId12"/>
    <p:sldId id="266" r:id="rId13"/>
    <p:sldId id="269" r:id="rId14"/>
    <p:sldId id="267" r:id="rId15"/>
    <p:sldId id="268" r:id="rId16"/>
    <p:sldId id="270" r:id="rId17"/>
    <p:sldId id="286" r:id="rId18"/>
    <p:sldId id="285" r:id="rId19"/>
    <p:sldId id="287" r:id="rId20"/>
    <p:sldId id="272" r:id="rId21"/>
    <p:sldId id="273" r:id="rId22"/>
    <p:sldId id="274" r:id="rId23"/>
    <p:sldId id="275" r:id="rId24"/>
    <p:sldId id="276" r:id="rId25"/>
    <p:sldId id="277" r:id="rId26"/>
    <p:sldId id="278" r:id="rId27"/>
    <p:sldId id="279" r:id="rId28"/>
    <p:sldId id="281"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BE4D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838"/>
    <p:restoredTop sz="96029"/>
  </p:normalViewPr>
  <p:slideViewPr>
    <p:cSldViewPr snapToGrid="0">
      <p:cViewPr>
        <p:scale>
          <a:sx n="94" d="100"/>
          <a:sy n="94" d="100"/>
        </p:scale>
        <p:origin x="304" y="6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diagrams/_rels/data1.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png"/><Relationship Id="rId7" Type="http://schemas.openxmlformats.org/officeDocument/2006/relationships/image" Target="../media/image7.png"/><Relationship Id="rId12" Type="http://schemas.openxmlformats.org/officeDocument/2006/relationships/image" Target="../media/image12.sv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11" Type="http://schemas.openxmlformats.org/officeDocument/2006/relationships/image" Target="../media/image11.png"/><Relationship Id="rId5" Type="http://schemas.openxmlformats.org/officeDocument/2006/relationships/image" Target="../media/image5.png"/><Relationship Id="rId10" Type="http://schemas.openxmlformats.org/officeDocument/2006/relationships/image" Target="../media/image10.svg"/><Relationship Id="rId4" Type="http://schemas.openxmlformats.org/officeDocument/2006/relationships/image" Target="../media/image4.svg"/><Relationship Id="rId9" Type="http://schemas.openxmlformats.org/officeDocument/2006/relationships/image" Target="../media/image9.png"/></Relationships>
</file>

<file path=ppt/diagrams/_rels/drawing1.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png"/><Relationship Id="rId7" Type="http://schemas.openxmlformats.org/officeDocument/2006/relationships/image" Target="../media/image7.png"/><Relationship Id="rId12" Type="http://schemas.openxmlformats.org/officeDocument/2006/relationships/image" Target="../media/image12.sv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11" Type="http://schemas.openxmlformats.org/officeDocument/2006/relationships/image" Target="../media/image11.png"/><Relationship Id="rId5" Type="http://schemas.openxmlformats.org/officeDocument/2006/relationships/image" Target="../media/image5.png"/><Relationship Id="rId10" Type="http://schemas.openxmlformats.org/officeDocument/2006/relationships/image" Target="../media/image10.svg"/><Relationship Id="rId4" Type="http://schemas.openxmlformats.org/officeDocument/2006/relationships/image" Target="../media/image4.svg"/><Relationship Id="rId9" Type="http://schemas.openxmlformats.org/officeDocument/2006/relationships/image" Target="../media/image9.png"/></Relationships>
</file>

<file path=ppt/diagrams/colors1.xml><?xml version="1.0" encoding="utf-8"?>
<dgm:colorsDef xmlns:dgm="http://schemas.openxmlformats.org/drawingml/2006/diagram" xmlns:a="http://schemas.openxmlformats.org/drawingml/2006/main" uniqueId="urn:microsoft.com/office/officeart/2005/8/colors/accent2_5">
  <dgm:title val=""/>
  <dgm:desc val=""/>
  <dgm:catLst>
    <dgm:cat type="accent2" pri="11500"/>
  </dgm:catLst>
  <dgm:styleLbl name="node0">
    <dgm:fillClrLst meth="cycle">
      <a:schemeClr val="accent2">
        <a:alpha val="80000"/>
      </a:schemeClr>
    </dgm:fillClrLst>
    <dgm:linClrLst meth="repeat">
      <a:schemeClr val="lt1"/>
    </dgm:linClrLst>
    <dgm:effectClrLst/>
    <dgm:txLinClrLst/>
    <dgm:txFillClrLst/>
    <dgm:txEffectClrLst/>
  </dgm:styleLbl>
  <dgm:styleLbl name="node1">
    <dgm:fillClrLst>
      <a:schemeClr val="accent2">
        <a:alpha val="90000"/>
      </a:schemeClr>
      <a:schemeClr val="accent2">
        <a:alpha val="50000"/>
      </a:schemeClr>
    </dgm:fillClrLst>
    <dgm:linClrLst meth="repeat">
      <a:schemeClr val="lt1"/>
    </dgm:linClrLst>
    <dgm:effectClrLst/>
    <dgm:txLinClrLst/>
    <dgm:txFillClrLst/>
    <dgm:txEffectClrLst/>
  </dgm:styleLbl>
  <dgm:styleLbl name="alignNode1">
    <dgm:fillClrLst>
      <a:schemeClr val="accent2">
        <a:alpha val="90000"/>
      </a:schemeClr>
      <a:schemeClr val="accent2">
        <a:alpha val="50000"/>
      </a:schemeClr>
    </dgm:fillClrLst>
    <dgm:linClrLst>
      <a:schemeClr val="accent2">
        <a:alpha val="90000"/>
      </a:schemeClr>
      <a:schemeClr val="accent2">
        <a:alpha val="50000"/>
      </a:schemeClr>
    </dgm:linClrLst>
    <dgm:effectClrLst/>
    <dgm:txLinClrLst/>
    <dgm:txFillClrLst/>
    <dgm:txEffectClrLst/>
  </dgm:styleLbl>
  <dgm:styleLbl name="lnNode1">
    <dgm:fillClrLst>
      <a:schemeClr val="accent2">
        <a:shade val="90000"/>
      </a:schemeClr>
      <a:schemeClr val="accent2">
        <a:alpha val="50000"/>
        <a:tint val="5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alpha val="20000"/>
      </a:schemeClr>
    </dgm:fillClrLst>
    <dgm:linClrLst meth="repeat">
      <a:schemeClr val="lt1"/>
    </dgm:linClrLst>
    <dgm:effectClrLst/>
    <dgm:txLinClrLst/>
    <dgm:txFillClrLst/>
    <dgm:txEffectClrLst/>
  </dgm:styleLbl>
  <dgm:styleLbl name="node2">
    <dgm:fillClrLst>
      <a:schemeClr val="accent2">
        <a:alpha val="70000"/>
      </a:schemeClr>
    </dgm:fillClrLst>
    <dgm:linClrLst meth="repeat">
      <a:schemeClr val="lt1"/>
    </dgm:linClrLst>
    <dgm:effectClrLst/>
    <dgm:txLinClrLst/>
    <dgm:txFillClrLst/>
    <dgm:txEffectClrLst/>
  </dgm:styleLbl>
  <dgm:styleLbl name="node3">
    <dgm:fillClrLst>
      <a:schemeClr val="accent2">
        <a:alpha val="50000"/>
      </a:schemeClr>
    </dgm:fillClrLst>
    <dgm:linClrLst meth="repeat">
      <a:schemeClr val="lt1"/>
    </dgm:linClrLst>
    <dgm:effectClrLst/>
    <dgm:txLinClrLst/>
    <dgm:txFillClrLst/>
    <dgm:txEffectClrLst/>
  </dgm:styleLbl>
  <dgm:styleLbl name="node4">
    <dgm:fillClrLst>
      <a:schemeClr val="accent2">
        <a:alpha val="30000"/>
      </a:schemeClr>
    </dgm:fillClrLst>
    <dgm:linClrLst meth="repeat">
      <a:schemeClr val="lt1"/>
    </dgm:linClrLst>
    <dgm:effectClrLst/>
    <dgm:txLinClrLst/>
    <dgm:txFillClrLst/>
    <dgm:txEffectClrLst/>
  </dgm:styleLbl>
  <dgm:styleLbl name="fgImgPlace1">
    <dgm:fillClrLst>
      <a:schemeClr val="accent2">
        <a:tint val="50000"/>
        <a:alpha val="90000"/>
      </a:schemeClr>
      <a:schemeClr val="accent2">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fg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bg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sibTrans1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alpha val="90000"/>
      </a:schemeClr>
    </dgm:fillClrLst>
    <dgm:linClrLst meth="repeat">
      <a:schemeClr val="lt1"/>
    </dgm:linClrLst>
    <dgm:effectClrLst/>
    <dgm:txLinClrLst/>
    <dgm:txFillClrLst/>
    <dgm:txEffectClrLst/>
  </dgm:styleLbl>
  <dgm:styleLbl name="asst1">
    <dgm:fillClrLst meth="repeat">
      <a:schemeClr val="accent2">
        <a:alpha val="90000"/>
      </a:schemeClr>
    </dgm:fillClrLst>
    <dgm:linClrLst meth="repeat">
      <a:schemeClr val="lt1"/>
    </dgm:linClrLst>
    <dgm:effectClrLst/>
    <dgm:txLinClrLst/>
    <dgm:txFillClrLst/>
    <dgm:txEffectClrLst/>
  </dgm:styleLbl>
  <dgm:styleLbl name="asst2">
    <dgm:fillClrLst>
      <a:schemeClr val="accent2">
        <a:alpha val="90000"/>
      </a:schemeClr>
    </dgm:fillClrLst>
    <dgm:linClrLst meth="repeat">
      <a:schemeClr val="lt1"/>
    </dgm:linClrLst>
    <dgm:effectClrLst/>
    <dgm:txLinClrLst/>
    <dgm:txFillClrLst/>
    <dgm:txEffectClrLst/>
  </dgm:styleLbl>
  <dgm:styleLbl name="asst3">
    <dgm:fillClrLst>
      <a:schemeClr val="accent2">
        <a:alpha val="70000"/>
      </a:schemeClr>
    </dgm:fillClrLst>
    <dgm:linClrLst meth="repeat">
      <a:schemeClr val="lt1"/>
    </dgm:linClrLst>
    <dgm:effectClrLst/>
    <dgm:txLinClrLst/>
    <dgm:txFillClrLst/>
    <dgm:txEffectClrLst/>
  </dgm:styleLbl>
  <dgm:styleLbl name="asst4">
    <dgm:fillClrLst>
      <a:schemeClr val="accent2">
        <a:alpha val="50000"/>
      </a:schemeClr>
    </dgm:fillClrLst>
    <dgm:linClrLst meth="repeat">
      <a:schemeClr val="lt1"/>
    </dgm:linClrLst>
    <dgm:effectClrLst/>
    <dgm:txLinClrLst/>
    <dgm:txFillClrLst/>
    <dgm:txEffectClrLst/>
  </dgm:styleLbl>
  <dgm:styleLbl name="parChTrans2D1">
    <dgm:fillClrLst meth="repeat">
      <a:schemeClr val="accent2">
        <a:shade val="80000"/>
      </a:schemeClr>
    </dgm:fillClrLst>
    <dgm:linClrLst meth="repeat">
      <a:schemeClr val="accent2">
        <a:shade val="80000"/>
      </a:schemeClr>
    </dgm:linClrLst>
    <dgm:effectClrLst/>
    <dgm:txLinClrLst/>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dk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2">
        <a:tint val="90000"/>
      </a:schemeClr>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2">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2">
        <a:alpha val="90000"/>
      </a:schemeClr>
      <a:schemeClr val="accent2">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a:schemeClr val="accent2">
        <a:alpha val="90000"/>
        <a:tint val="40000"/>
      </a:schemeClr>
      <a:schemeClr val="accent2">
        <a:alpha val="5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5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8E8BFD7-92F1-4410-B3BB-17E3B4A10244}" type="doc">
      <dgm:prSet loTypeId="urn:microsoft.com/office/officeart/2018/5/layout/CenteredIconLabelDescriptionList" loCatId="icon" qsTypeId="urn:microsoft.com/office/officeart/2005/8/quickstyle/simple1" qsCatId="simple" csTypeId="urn:microsoft.com/office/officeart/2005/8/colors/accent2_5" csCatId="accent2" phldr="1"/>
      <dgm:spPr/>
      <dgm:t>
        <a:bodyPr/>
        <a:lstStyle/>
        <a:p>
          <a:endParaRPr lang="en-US"/>
        </a:p>
      </dgm:t>
    </dgm:pt>
    <dgm:pt modelId="{EAC22D85-1713-470B-AF99-FD633622C797}">
      <dgm:prSet/>
      <dgm:spPr/>
      <dgm:t>
        <a:bodyPr/>
        <a:lstStyle/>
        <a:p>
          <a:pPr>
            <a:lnSpc>
              <a:spcPct val="100000"/>
            </a:lnSpc>
            <a:defRPr b="1"/>
          </a:pPr>
          <a:r>
            <a:rPr lang="en-US"/>
            <a:t>Problem Statement</a:t>
          </a:r>
        </a:p>
      </dgm:t>
    </dgm:pt>
    <dgm:pt modelId="{C3EF9297-386E-4D52-B39E-D315747811BE}" type="parTrans" cxnId="{2740929B-6C94-47CE-9D6E-E4877685F41A}">
      <dgm:prSet/>
      <dgm:spPr/>
      <dgm:t>
        <a:bodyPr/>
        <a:lstStyle/>
        <a:p>
          <a:endParaRPr lang="en-US"/>
        </a:p>
      </dgm:t>
    </dgm:pt>
    <dgm:pt modelId="{342DFA4D-6B45-475E-AAA3-734F869ECDEC}" type="sibTrans" cxnId="{2740929B-6C94-47CE-9D6E-E4877685F41A}">
      <dgm:prSet/>
      <dgm:spPr/>
      <dgm:t>
        <a:bodyPr/>
        <a:lstStyle/>
        <a:p>
          <a:endParaRPr lang="en-US"/>
        </a:p>
      </dgm:t>
    </dgm:pt>
    <dgm:pt modelId="{38B4E368-7D72-47F7-8920-00A0BEE9FCE8}">
      <dgm:prSet/>
      <dgm:spPr/>
      <dgm:t>
        <a:bodyPr/>
        <a:lstStyle/>
        <a:p>
          <a:pPr>
            <a:lnSpc>
              <a:spcPct val="100000"/>
            </a:lnSpc>
            <a:defRPr b="1"/>
          </a:pPr>
          <a:r>
            <a:rPr lang="en-US" dirty="0"/>
            <a:t>Research Questions</a:t>
          </a:r>
        </a:p>
      </dgm:t>
    </dgm:pt>
    <dgm:pt modelId="{3A93476A-FB59-496C-8115-33D768F736E6}" type="parTrans" cxnId="{0CCA434E-9797-4326-9980-E376B17382CC}">
      <dgm:prSet/>
      <dgm:spPr/>
      <dgm:t>
        <a:bodyPr/>
        <a:lstStyle/>
        <a:p>
          <a:endParaRPr lang="en-US"/>
        </a:p>
      </dgm:t>
    </dgm:pt>
    <dgm:pt modelId="{E98614B8-65A7-44ED-8A6E-4B06DFC73619}" type="sibTrans" cxnId="{0CCA434E-9797-4326-9980-E376B17382CC}">
      <dgm:prSet/>
      <dgm:spPr/>
      <dgm:t>
        <a:bodyPr/>
        <a:lstStyle/>
        <a:p>
          <a:endParaRPr lang="en-US"/>
        </a:p>
      </dgm:t>
    </dgm:pt>
    <dgm:pt modelId="{9B743488-0D99-4000-8EBC-A4F937E9FB16}">
      <dgm:prSet/>
      <dgm:spPr/>
      <dgm:t>
        <a:bodyPr/>
        <a:lstStyle/>
        <a:p>
          <a:pPr>
            <a:lnSpc>
              <a:spcPct val="100000"/>
            </a:lnSpc>
            <a:defRPr b="1"/>
          </a:pPr>
          <a:r>
            <a:rPr lang="en-US"/>
            <a:t>Literature Review</a:t>
          </a:r>
        </a:p>
      </dgm:t>
    </dgm:pt>
    <dgm:pt modelId="{67934877-E9D0-4F46-B9D5-C462AF34DD1A}" type="parTrans" cxnId="{76D35825-5EB9-4B0E-AB7E-D89179F7D561}">
      <dgm:prSet/>
      <dgm:spPr/>
      <dgm:t>
        <a:bodyPr/>
        <a:lstStyle/>
        <a:p>
          <a:endParaRPr lang="en-US"/>
        </a:p>
      </dgm:t>
    </dgm:pt>
    <dgm:pt modelId="{3D5605BA-77DC-4757-BD1D-A5049FA295BE}" type="sibTrans" cxnId="{76D35825-5EB9-4B0E-AB7E-D89179F7D561}">
      <dgm:prSet/>
      <dgm:spPr/>
      <dgm:t>
        <a:bodyPr/>
        <a:lstStyle/>
        <a:p>
          <a:endParaRPr lang="en-US"/>
        </a:p>
      </dgm:t>
    </dgm:pt>
    <dgm:pt modelId="{DA7B9D10-27EC-4B35-A9E8-B4C7206D5301}">
      <dgm:prSet/>
      <dgm:spPr/>
      <dgm:t>
        <a:bodyPr/>
        <a:lstStyle/>
        <a:p>
          <a:pPr>
            <a:lnSpc>
              <a:spcPct val="100000"/>
            </a:lnSpc>
            <a:defRPr b="1"/>
          </a:pPr>
          <a:r>
            <a:rPr lang="en-US"/>
            <a:t>Methodology</a:t>
          </a:r>
        </a:p>
      </dgm:t>
    </dgm:pt>
    <dgm:pt modelId="{B072E24A-6978-4873-9209-F0280CABA6F2}" type="parTrans" cxnId="{8E4D68BB-5D86-44D0-8050-30A368FAE912}">
      <dgm:prSet/>
      <dgm:spPr/>
      <dgm:t>
        <a:bodyPr/>
        <a:lstStyle/>
        <a:p>
          <a:endParaRPr lang="en-US"/>
        </a:p>
      </dgm:t>
    </dgm:pt>
    <dgm:pt modelId="{E56C7237-AFB9-48AA-AB47-0127551105DF}" type="sibTrans" cxnId="{8E4D68BB-5D86-44D0-8050-30A368FAE912}">
      <dgm:prSet/>
      <dgm:spPr/>
      <dgm:t>
        <a:bodyPr/>
        <a:lstStyle/>
        <a:p>
          <a:endParaRPr lang="en-US"/>
        </a:p>
      </dgm:t>
    </dgm:pt>
    <dgm:pt modelId="{78B1BA8E-AE95-4789-BB0C-C99374FB4BE9}">
      <dgm:prSet/>
      <dgm:spPr/>
      <dgm:t>
        <a:bodyPr/>
        <a:lstStyle/>
        <a:p>
          <a:pPr>
            <a:lnSpc>
              <a:spcPct val="100000"/>
            </a:lnSpc>
          </a:pPr>
          <a:r>
            <a:rPr lang="en-US"/>
            <a:t>Apparatus</a:t>
          </a:r>
        </a:p>
      </dgm:t>
    </dgm:pt>
    <dgm:pt modelId="{4425E760-2DEC-4973-A8BD-5487EEC15B95}" type="parTrans" cxnId="{9E038883-6509-42E6-AE1D-FD0D7BC2E90B}">
      <dgm:prSet/>
      <dgm:spPr/>
      <dgm:t>
        <a:bodyPr/>
        <a:lstStyle/>
        <a:p>
          <a:endParaRPr lang="en-US"/>
        </a:p>
      </dgm:t>
    </dgm:pt>
    <dgm:pt modelId="{90F5ABC1-6CAF-48D8-A5AD-F7C1235BF927}" type="sibTrans" cxnId="{9E038883-6509-42E6-AE1D-FD0D7BC2E90B}">
      <dgm:prSet/>
      <dgm:spPr/>
      <dgm:t>
        <a:bodyPr/>
        <a:lstStyle/>
        <a:p>
          <a:endParaRPr lang="en-US"/>
        </a:p>
      </dgm:t>
    </dgm:pt>
    <dgm:pt modelId="{60452E0E-587A-4028-AA27-903F710F03AE}">
      <dgm:prSet/>
      <dgm:spPr/>
      <dgm:t>
        <a:bodyPr/>
        <a:lstStyle/>
        <a:p>
          <a:pPr>
            <a:lnSpc>
              <a:spcPct val="100000"/>
            </a:lnSpc>
          </a:pPr>
          <a:r>
            <a:rPr lang="en-US"/>
            <a:t>Data Collection and preparation</a:t>
          </a:r>
        </a:p>
      </dgm:t>
    </dgm:pt>
    <dgm:pt modelId="{8E68E1A7-590C-41B3-8380-14678B014122}" type="parTrans" cxnId="{10611FCB-A02F-49D0-B30E-A132DF27FBFF}">
      <dgm:prSet/>
      <dgm:spPr/>
      <dgm:t>
        <a:bodyPr/>
        <a:lstStyle/>
        <a:p>
          <a:endParaRPr lang="en-US"/>
        </a:p>
      </dgm:t>
    </dgm:pt>
    <dgm:pt modelId="{82F65337-0C65-4F05-9029-12E78272741B}" type="sibTrans" cxnId="{10611FCB-A02F-49D0-B30E-A132DF27FBFF}">
      <dgm:prSet/>
      <dgm:spPr/>
      <dgm:t>
        <a:bodyPr/>
        <a:lstStyle/>
        <a:p>
          <a:endParaRPr lang="en-US"/>
        </a:p>
      </dgm:t>
    </dgm:pt>
    <dgm:pt modelId="{8DAC256E-C156-4BA6-A5CE-4802E73EB27F}">
      <dgm:prSet/>
      <dgm:spPr/>
      <dgm:t>
        <a:bodyPr/>
        <a:lstStyle/>
        <a:p>
          <a:pPr>
            <a:lnSpc>
              <a:spcPct val="100000"/>
            </a:lnSpc>
          </a:pPr>
          <a:r>
            <a:rPr lang="en-US"/>
            <a:t>Procedure</a:t>
          </a:r>
        </a:p>
      </dgm:t>
    </dgm:pt>
    <dgm:pt modelId="{3328A122-948A-42E0-9C90-F5B8BDC4620F}" type="parTrans" cxnId="{D2AEA7E6-62A2-41FB-AAE1-2D75CEB42113}">
      <dgm:prSet/>
      <dgm:spPr/>
      <dgm:t>
        <a:bodyPr/>
        <a:lstStyle/>
        <a:p>
          <a:endParaRPr lang="en-US"/>
        </a:p>
      </dgm:t>
    </dgm:pt>
    <dgm:pt modelId="{1AA5BE83-DD80-404F-86D7-DB93373CB25B}" type="sibTrans" cxnId="{D2AEA7E6-62A2-41FB-AAE1-2D75CEB42113}">
      <dgm:prSet/>
      <dgm:spPr/>
      <dgm:t>
        <a:bodyPr/>
        <a:lstStyle/>
        <a:p>
          <a:endParaRPr lang="en-US"/>
        </a:p>
      </dgm:t>
    </dgm:pt>
    <dgm:pt modelId="{26077D1E-F1ED-4FFC-A400-1BDB07CC8088}">
      <dgm:prSet/>
      <dgm:spPr/>
      <dgm:t>
        <a:bodyPr/>
        <a:lstStyle/>
        <a:p>
          <a:pPr>
            <a:lnSpc>
              <a:spcPct val="100000"/>
            </a:lnSpc>
          </a:pPr>
          <a:r>
            <a:rPr lang="en-US"/>
            <a:t>Data Logging and Real-Time Monitoring</a:t>
          </a:r>
        </a:p>
      </dgm:t>
    </dgm:pt>
    <dgm:pt modelId="{791CA9F5-2DB4-4023-B6D8-5B82C981B9D6}" type="parTrans" cxnId="{0DC467E4-45CE-4B56-8925-10B8C848A295}">
      <dgm:prSet/>
      <dgm:spPr/>
      <dgm:t>
        <a:bodyPr/>
        <a:lstStyle/>
        <a:p>
          <a:endParaRPr lang="en-US"/>
        </a:p>
      </dgm:t>
    </dgm:pt>
    <dgm:pt modelId="{60AFE3E2-3C91-4274-8FBC-B539A76A00CC}" type="sibTrans" cxnId="{0DC467E4-45CE-4B56-8925-10B8C848A295}">
      <dgm:prSet/>
      <dgm:spPr/>
      <dgm:t>
        <a:bodyPr/>
        <a:lstStyle/>
        <a:p>
          <a:endParaRPr lang="en-US"/>
        </a:p>
      </dgm:t>
    </dgm:pt>
    <dgm:pt modelId="{0EE62464-D4D0-46DB-BFF7-E807B4A834E2}">
      <dgm:prSet/>
      <dgm:spPr/>
      <dgm:t>
        <a:bodyPr/>
        <a:lstStyle/>
        <a:p>
          <a:pPr>
            <a:lnSpc>
              <a:spcPct val="100000"/>
            </a:lnSpc>
            <a:defRPr b="1"/>
          </a:pPr>
          <a:r>
            <a:rPr lang="en-US"/>
            <a:t>Results and Analysis</a:t>
          </a:r>
        </a:p>
      </dgm:t>
    </dgm:pt>
    <dgm:pt modelId="{CE670959-6491-4000-A2A6-19A97EE0DF6D}" type="parTrans" cxnId="{4123ED8A-20F3-40FA-BF09-A7B656492434}">
      <dgm:prSet/>
      <dgm:spPr/>
      <dgm:t>
        <a:bodyPr/>
        <a:lstStyle/>
        <a:p>
          <a:endParaRPr lang="en-US"/>
        </a:p>
      </dgm:t>
    </dgm:pt>
    <dgm:pt modelId="{9A4E8E33-F8FF-4D1F-A425-1A0438B38C0F}" type="sibTrans" cxnId="{4123ED8A-20F3-40FA-BF09-A7B656492434}">
      <dgm:prSet/>
      <dgm:spPr/>
      <dgm:t>
        <a:bodyPr/>
        <a:lstStyle/>
        <a:p>
          <a:endParaRPr lang="en-US"/>
        </a:p>
      </dgm:t>
    </dgm:pt>
    <dgm:pt modelId="{4F93DE32-BCE0-4DD9-A586-EC24E549F5DA}">
      <dgm:prSet/>
      <dgm:spPr/>
      <dgm:t>
        <a:bodyPr/>
        <a:lstStyle/>
        <a:p>
          <a:pPr>
            <a:lnSpc>
              <a:spcPct val="100000"/>
            </a:lnSpc>
          </a:pPr>
          <a:r>
            <a:rPr lang="en-US"/>
            <a:t>Pupil Dilation</a:t>
          </a:r>
        </a:p>
      </dgm:t>
    </dgm:pt>
    <dgm:pt modelId="{F55DBC10-4F70-4244-8010-066F4534FFDD}" type="parTrans" cxnId="{5C2C45D0-7184-4773-92E0-567D6575AEAF}">
      <dgm:prSet/>
      <dgm:spPr/>
      <dgm:t>
        <a:bodyPr/>
        <a:lstStyle/>
        <a:p>
          <a:endParaRPr lang="en-US"/>
        </a:p>
      </dgm:t>
    </dgm:pt>
    <dgm:pt modelId="{7F7246B2-756D-4127-B0AE-B2904BF098A7}" type="sibTrans" cxnId="{5C2C45D0-7184-4773-92E0-567D6575AEAF}">
      <dgm:prSet/>
      <dgm:spPr/>
      <dgm:t>
        <a:bodyPr/>
        <a:lstStyle/>
        <a:p>
          <a:endParaRPr lang="en-US"/>
        </a:p>
      </dgm:t>
    </dgm:pt>
    <dgm:pt modelId="{72492A50-7647-4E46-81BB-553D4CAE2758}">
      <dgm:prSet/>
      <dgm:spPr/>
      <dgm:t>
        <a:bodyPr/>
        <a:lstStyle/>
        <a:p>
          <a:pPr>
            <a:lnSpc>
              <a:spcPct val="100000"/>
            </a:lnSpc>
          </a:pPr>
          <a:r>
            <a:rPr lang="en-US"/>
            <a:t>T-Tests</a:t>
          </a:r>
        </a:p>
      </dgm:t>
    </dgm:pt>
    <dgm:pt modelId="{872B8456-23F0-45AC-BD67-7B06C1235C1D}" type="parTrans" cxnId="{67B7AD42-80C0-4ED5-81C5-AA0E664D161F}">
      <dgm:prSet/>
      <dgm:spPr/>
      <dgm:t>
        <a:bodyPr/>
        <a:lstStyle/>
        <a:p>
          <a:endParaRPr lang="en-US"/>
        </a:p>
      </dgm:t>
    </dgm:pt>
    <dgm:pt modelId="{C012E309-18B0-40CB-A242-6C3426DB2FD5}" type="sibTrans" cxnId="{67B7AD42-80C0-4ED5-81C5-AA0E664D161F}">
      <dgm:prSet/>
      <dgm:spPr/>
      <dgm:t>
        <a:bodyPr/>
        <a:lstStyle/>
        <a:p>
          <a:endParaRPr lang="en-US"/>
        </a:p>
      </dgm:t>
    </dgm:pt>
    <dgm:pt modelId="{F61AD9E7-69A0-44B0-9BDD-E5F07B3EC84F}">
      <dgm:prSet/>
      <dgm:spPr/>
      <dgm:t>
        <a:bodyPr/>
        <a:lstStyle/>
        <a:p>
          <a:pPr>
            <a:lnSpc>
              <a:spcPct val="100000"/>
            </a:lnSpc>
          </a:pPr>
          <a:r>
            <a:rPr lang="en-US"/>
            <a:t>Cognitive load</a:t>
          </a:r>
        </a:p>
      </dgm:t>
    </dgm:pt>
    <dgm:pt modelId="{CE56AE6B-5E40-4697-BCE8-D5D765F3F698}" type="parTrans" cxnId="{38767FA5-C8ED-40F7-A096-A54489EF07A7}">
      <dgm:prSet/>
      <dgm:spPr/>
      <dgm:t>
        <a:bodyPr/>
        <a:lstStyle/>
        <a:p>
          <a:endParaRPr lang="en-US"/>
        </a:p>
      </dgm:t>
    </dgm:pt>
    <dgm:pt modelId="{7EB384EC-7FE7-4F9B-B92F-3B8666C800EA}" type="sibTrans" cxnId="{38767FA5-C8ED-40F7-A096-A54489EF07A7}">
      <dgm:prSet/>
      <dgm:spPr/>
      <dgm:t>
        <a:bodyPr/>
        <a:lstStyle/>
        <a:p>
          <a:endParaRPr lang="en-US"/>
        </a:p>
      </dgm:t>
    </dgm:pt>
    <dgm:pt modelId="{CDF955C7-D45F-47D1-874F-0EEDA1C614A1}">
      <dgm:prSet/>
      <dgm:spPr/>
      <dgm:t>
        <a:bodyPr/>
        <a:lstStyle/>
        <a:p>
          <a:pPr>
            <a:lnSpc>
              <a:spcPct val="100000"/>
            </a:lnSpc>
          </a:pPr>
          <a:r>
            <a:rPr lang="en-US"/>
            <a:t>Response Accuracy</a:t>
          </a:r>
        </a:p>
      </dgm:t>
    </dgm:pt>
    <dgm:pt modelId="{AB656345-71EC-4C3A-944F-52B477F74DF6}" type="parTrans" cxnId="{C93E04F8-1FE7-457E-99EC-0036217C5560}">
      <dgm:prSet/>
      <dgm:spPr/>
      <dgm:t>
        <a:bodyPr/>
        <a:lstStyle/>
        <a:p>
          <a:endParaRPr lang="en-US"/>
        </a:p>
      </dgm:t>
    </dgm:pt>
    <dgm:pt modelId="{B4067999-CAFD-44C2-B6E2-C1520733CC1E}" type="sibTrans" cxnId="{C93E04F8-1FE7-457E-99EC-0036217C5560}">
      <dgm:prSet/>
      <dgm:spPr/>
      <dgm:t>
        <a:bodyPr/>
        <a:lstStyle/>
        <a:p>
          <a:endParaRPr lang="en-US"/>
        </a:p>
      </dgm:t>
    </dgm:pt>
    <dgm:pt modelId="{34B6DB00-EA42-4491-BD33-1C84778F486A}">
      <dgm:prSet/>
      <dgm:spPr/>
      <dgm:t>
        <a:bodyPr/>
        <a:lstStyle/>
        <a:p>
          <a:pPr>
            <a:lnSpc>
              <a:spcPct val="100000"/>
            </a:lnSpc>
          </a:pPr>
          <a:r>
            <a:rPr lang="en-US"/>
            <a:t>Gaze Distribution</a:t>
          </a:r>
        </a:p>
      </dgm:t>
    </dgm:pt>
    <dgm:pt modelId="{7683810A-25D2-4990-A4B3-369A4563E940}" type="parTrans" cxnId="{BDDFA253-D9A6-40CE-804E-C53E539F3155}">
      <dgm:prSet/>
      <dgm:spPr/>
      <dgm:t>
        <a:bodyPr/>
        <a:lstStyle/>
        <a:p>
          <a:endParaRPr lang="en-US"/>
        </a:p>
      </dgm:t>
    </dgm:pt>
    <dgm:pt modelId="{59E4737F-644A-457F-96AE-149924A15C7A}" type="sibTrans" cxnId="{BDDFA253-D9A6-40CE-804E-C53E539F3155}">
      <dgm:prSet/>
      <dgm:spPr/>
      <dgm:t>
        <a:bodyPr/>
        <a:lstStyle/>
        <a:p>
          <a:endParaRPr lang="en-US"/>
        </a:p>
      </dgm:t>
    </dgm:pt>
    <dgm:pt modelId="{8ED39A8C-F719-4023-BE3E-63C13828230C}">
      <dgm:prSet/>
      <dgm:spPr/>
      <dgm:t>
        <a:bodyPr/>
        <a:lstStyle/>
        <a:p>
          <a:pPr>
            <a:lnSpc>
              <a:spcPct val="100000"/>
            </a:lnSpc>
          </a:pPr>
          <a:r>
            <a:rPr lang="en-US"/>
            <a:t>Qualitative Feedback</a:t>
          </a:r>
        </a:p>
      </dgm:t>
    </dgm:pt>
    <dgm:pt modelId="{36BFB57B-F1E1-4DE2-8AFE-FF78E01A1EC7}" type="parTrans" cxnId="{BEED2A96-B98B-4AFC-91BE-6D676FC19A43}">
      <dgm:prSet/>
      <dgm:spPr/>
      <dgm:t>
        <a:bodyPr/>
        <a:lstStyle/>
        <a:p>
          <a:endParaRPr lang="en-US"/>
        </a:p>
      </dgm:t>
    </dgm:pt>
    <dgm:pt modelId="{8B3FF4F0-8484-46D6-B750-B1E2EA698172}" type="sibTrans" cxnId="{BEED2A96-B98B-4AFC-91BE-6D676FC19A43}">
      <dgm:prSet/>
      <dgm:spPr/>
      <dgm:t>
        <a:bodyPr/>
        <a:lstStyle/>
        <a:p>
          <a:endParaRPr lang="en-US"/>
        </a:p>
      </dgm:t>
    </dgm:pt>
    <dgm:pt modelId="{3B9C255E-DD0A-4CE4-823D-EC674A86B06C}">
      <dgm:prSet/>
      <dgm:spPr/>
      <dgm:t>
        <a:bodyPr/>
        <a:lstStyle/>
        <a:p>
          <a:pPr>
            <a:lnSpc>
              <a:spcPct val="100000"/>
            </a:lnSpc>
            <a:defRPr b="1"/>
          </a:pPr>
          <a:r>
            <a:rPr lang="en-US"/>
            <a:t>Conclusion</a:t>
          </a:r>
        </a:p>
      </dgm:t>
    </dgm:pt>
    <dgm:pt modelId="{9D32CD1D-D0E3-49FB-97D6-FF2195991778}" type="parTrans" cxnId="{DAC41CE1-15A4-4E4E-B965-69BBCE94EB94}">
      <dgm:prSet/>
      <dgm:spPr/>
      <dgm:t>
        <a:bodyPr/>
        <a:lstStyle/>
        <a:p>
          <a:endParaRPr lang="en-US"/>
        </a:p>
      </dgm:t>
    </dgm:pt>
    <dgm:pt modelId="{6F034747-73D4-4D40-8803-CFC4AA9E318C}" type="sibTrans" cxnId="{DAC41CE1-15A4-4E4E-B965-69BBCE94EB94}">
      <dgm:prSet/>
      <dgm:spPr/>
      <dgm:t>
        <a:bodyPr/>
        <a:lstStyle/>
        <a:p>
          <a:endParaRPr lang="en-US"/>
        </a:p>
      </dgm:t>
    </dgm:pt>
    <dgm:pt modelId="{8800DD3F-E294-492B-A542-E815FF73625C}" type="pres">
      <dgm:prSet presAssocID="{C8E8BFD7-92F1-4410-B3BB-17E3B4A10244}" presName="root" presStyleCnt="0">
        <dgm:presLayoutVars>
          <dgm:dir/>
          <dgm:resizeHandles val="exact"/>
        </dgm:presLayoutVars>
      </dgm:prSet>
      <dgm:spPr/>
    </dgm:pt>
    <dgm:pt modelId="{33F2EC3F-6C6F-412A-A18B-79E3CE0AA9CF}" type="pres">
      <dgm:prSet presAssocID="{EAC22D85-1713-470B-AF99-FD633622C797}" presName="compNode" presStyleCnt="0"/>
      <dgm:spPr/>
    </dgm:pt>
    <dgm:pt modelId="{AE031BCF-B6BF-4FC7-ADB6-5C9E2C63968B}" type="pres">
      <dgm:prSet presAssocID="{EAC22D85-1713-470B-AF99-FD633622C797}" presName="iconRect" presStyleLbl="node1" presStyleIdx="0" presStyleCnt="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Head with Gears"/>
        </a:ext>
      </dgm:extLst>
    </dgm:pt>
    <dgm:pt modelId="{FEFE466F-A65F-4BF0-9C5E-D883CCF94673}" type="pres">
      <dgm:prSet presAssocID="{EAC22D85-1713-470B-AF99-FD633622C797}" presName="iconSpace" presStyleCnt="0"/>
      <dgm:spPr/>
    </dgm:pt>
    <dgm:pt modelId="{F707D51F-2F26-46F6-ABF5-39DAEE0B563B}" type="pres">
      <dgm:prSet presAssocID="{EAC22D85-1713-470B-AF99-FD633622C797}" presName="parTx" presStyleLbl="revTx" presStyleIdx="0" presStyleCnt="12">
        <dgm:presLayoutVars>
          <dgm:chMax val="0"/>
          <dgm:chPref val="0"/>
        </dgm:presLayoutVars>
      </dgm:prSet>
      <dgm:spPr/>
    </dgm:pt>
    <dgm:pt modelId="{26272EF9-4AB1-422A-B915-D1DADDA2513D}" type="pres">
      <dgm:prSet presAssocID="{EAC22D85-1713-470B-AF99-FD633622C797}" presName="txSpace" presStyleCnt="0"/>
      <dgm:spPr/>
    </dgm:pt>
    <dgm:pt modelId="{A712F3B0-8F19-4828-8F5C-CD4D571CA97F}" type="pres">
      <dgm:prSet presAssocID="{EAC22D85-1713-470B-AF99-FD633622C797}" presName="desTx" presStyleLbl="revTx" presStyleIdx="1" presStyleCnt="12">
        <dgm:presLayoutVars/>
      </dgm:prSet>
      <dgm:spPr/>
    </dgm:pt>
    <dgm:pt modelId="{8D47D0C4-C3A6-4DC5-B536-9AA306ADA1E5}" type="pres">
      <dgm:prSet presAssocID="{342DFA4D-6B45-475E-AAA3-734F869ECDEC}" presName="sibTrans" presStyleCnt="0"/>
      <dgm:spPr/>
    </dgm:pt>
    <dgm:pt modelId="{66D4D43D-30BC-4BE4-98BB-E9756266BB4B}" type="pres">
      <dgm:prSet presAssocID="{38B4E368-7D72-47F7-8920-00A0BEE9FCE8}" presName="compNode" presStyleCnt="0"/>
      <dgm:spPr/>
    </dgm:pt>
    <dgm:pt modelId="{218DCD34-7532-4987-8BF0-07C04C4EADE3}" type="pres">
      <dgm:prSet presAssocID="{38B4E368-7D72-47F7-8920-00A0BEE9FCE8}" presName="iconRect" presStyleLbl="node1" presStyleIdx="1" presStyleCnt="6"/>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Help"/>
        </a:ext>
      </dgm:extLst>
    </dgm:pt>
    <dgm:pt modelId="{FC13B5E9-F16A-4960-82E3-3E597618539D}" type="pres">
      <dgm:prSet presAssocID="{38B4E368-7D72-47F7-8920-00A0BEE9FCE8}" presName="iconSpace" presStyleCnt="0"/>
      <dgm:spPr/>
    </dgm:pt>
    <dgm:pt modelId="{7A366FBE-33F8-46EA-BE36-EDA87CA44797}" type="pres">
      <dgm:prSet presAssocID="{38B4E368-7D72-47F7-8920-00A0BEE9FCE8}" presName="parTx" presStyleLbl="revTx" presStyleIdx="2" presStyleCnt="12">
        <dgm:presLayoutVars>
          <dgm:chMax val="0"/>
          <dgm:chPref val="0"/>
        </dgm:presLayoutVars>
      </dgm:prSet>
      <dgm:spPr/>
    </dgm:pt>
    <dgm:pt modelId="{64944247-2A0E-4793-8E38-7B20F8B74547}" type="pres">
      <dgm:prSet presAssocID="{38B4E368-7D72-47F7-8920-00A0BEE9FCE8}" presName="txSpace" presStyleCnt="0"/>
      <dgm:spPr/>
    </dgm:pt>
    <dgm:pt modelId="{C6A54B60-F7AC-4C5C-A6AC-4D51C8F60410}" type="pres">
      <dgm:prSet presAssocID="{38B4E368-7D72-47F7-8920-00A0BEE9FCE8}" presName="desTx" presStyleLbl="revTx" presStyleIdx="3" presStyleCnt="12">
        <dgm:presLayoutVars/>
      </dgm:prSet>
      <dgm:spPr/>
    </dgm:pt>
    <dgm:pt modelId="{FA23AE91-EF29-44E9-90E9-BF4BB1CAA447}" type="pres">
      <dgm:prSet presAssocID="{E98614B8-65A7-44ED-8A6E-4B06DFC73619}" presName="sibTrans" presStyleCnt="0"/>
      <dgm:spPr/>
    </dgm:pt>
    <dgm:pt modelId="{73FC56CB-6E3A-4B07-872A-7D62C448980E}" type="pres">
      <dgm:prSet presAssocID="{9B743488-0D99-4000-8EBC-A4F937E9FB16}" presName="compNode" presStyleCnt="0"/>
      <dgm:spPr/>
    </dgm:pt>
    <dgm:pt modelId="{7895FF00-E830-460E-9BF2-B9C43B203B69}" type="pres">
      <dgm:prSet presAssocID="{9B743488-0D99-4000-8EBC-A4F937E9FB16}" presName="iconRect" presStyleLbl="node1" presStyleIdx="2" presStyleCnt="6"/>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Books"/>
        </a:ext>
      </dgm:extLst>
    </dgm:pt>
    <dgm:pt modelId="{DCCC6ED2-8813-4B81-A1D0-CE0C6A1EA6EE}" type="pres">
      <dgm:prSet presAssocID="{9B743488-0D99-4000-8EBC-A4F937E9FB16}" presName="iconSpace" presStyleCnt="0"/>
      <dgm:spPr/>
    </dgm:pt>
    <dgm:pt modelId="{5B1A816D-675E-42F2-8520-ABCD88D4C163}" type="pres">
      <dgm:prSet presAssocID="{9B743488-0D99-4000-8EBC-A4F937E9FB16}" presName="parTx" presStyleLbl="revTx" presStyleIdx="4" presStyleCnt="12">
        <dgm:presLayoutVars>
          <dgm:chMax val="0"/>
          <dgm:chPref val="0"/>
        </dgm:presLayoutVars>
      </dgm:prSet>
      <dgm:spPr/>
    </dgm:pt>
    <dgm:pt modelId="{82EA14ED-7F55-4E39-AC4C-ED4989E548C5}" type="pres">
      <dgm:prSet presAssocID="{9B743488-0D99-4000-8EBC-A4F937E9FB16}" presName="txSpace" presStyleCnt="0"/>
      <dgm:spPr/>
    </dgm:pt>
    <dgm:pt modelId="{BE54EC7B-3505-4A6C-88AA-F3E40AFCD65B}" type="pres">
      <dgm:prSet presAssocID="{9B743488-0D99-4000-8EBC-A4F937E9FB16}" presName="desTx" presStyleLbl="revTx" presStyleIdx="5" presStyleCnt="12">
        <dgm:presLayoutVars/>
      </dgm:prSet>
      <dgm:spPr/>
    </dgm:pt>
    <dgm:pt modelId="{5E6D77E6-5B7D-4311-8434-4096E453825A}" type="pres">
      <dgm:prSet presAssocID="{3D5605BA-77DC-4757-BD1D-A5049FA295BE}" presName="sibTrans" presStyleCnt="0"/>
      <dgm:spPr/>
    </dgm:pt>
    <dgm:pt modelId="{7D95FFBB-A749-448E-80ED-504CEA08330F}" type="pres">
      <dgm:prSet presAssocID="{DA7B9D10-27EC-4B35-A9E8-B4C7206D5301}" presName="compNode" presStyleCnt="0"/>
      <dgm:spPr/>
    </dgm:pt>
    <dgm:pt modelId="{FC50F8FA-E6CF-4919-A59F-5FEFD47D8340}" type="pres">
      <dgm:prSet presAssocID="{DA7B9D10-27EC-4B35-A9E8-B4C7206D5301}" presName="iconRect" presStyleLbl="node1" presStyleIdx="3" presStyleCnt="6"/>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Gears"/>
        </a:ext>
      </dgm:extLst>
    </dgm:pt>
    <dgm:pt modelId="{B45AC7F9-A24C-46A8-A9FF-08308096E958}" type="pres">
      <dgm:prSet presAssocID="{DA7B9D10-27EC-4B35-A9E8-B4C7206D5301}" presName="iconSpace" presStyleCnt="0"/>
      <dgm:spPr/>
    </dgm:pt>
    <dgm:pt modelId="{263CDFB3-F5D9-44F4-A3ED-2EBFB577E8D9}" type="pres">
      <dgm:prSet presAssocID="{DA7B9D10-27EC-4B35-A9E8-B4C7206D5301}" presName="parTx" presStyleLbl="revTx" presStyleIdx="6" presStyleCnt="12">
        <dgm:presLayoutVars>
          <dgm:chMax val="0"/>
          <dgm:chPref val="0"/>
        </dgm:presLayoutVars>
      </dgm:prSet>
      <dgm:spPr/>
    </dgm:pt>
    <dgm:pt modelId="{8B82FC61-D872-4DBB-8668-C699FDA06412}" type="pres">
      <dgm:prSet presAssocID="{DA7B9D10-27EC-4B35-A9E8-B4C7206D5301}" presName="txSpace" presStyleCnt="0"/>
      <dgm:spPr/>
    </dgm:pt>
    <dgm:pt modelId="{5A755F03-EDDF-4415-B22B-A5CD56C482BD}" type="pres">
      <dgm:prSet presAssocID="{DA7B9D10-27EC-4B35-A9E8-B4C7206D5301}" presName="desTx" presStyleLbl="revTx" presStyleIdx="7" presStyleCnt="12">
        <dgm:presLayoutVars/>
      </dgm:prSet>
      <dgm:spPr/>
    </dgm:pt>
    <dgm:pt modelId="{2DAC6977-B219-48B7-A249-B1F8D7139095}" type="pres">
      <dgm:prSet presAssocID="{E56C7237-AFB9-48AA-AB47-0127551105DF}" presName="sibTrans" presStyleCnt="0"/>
      <dgm:spPr/>
    </dgm:pt>
    <dgm:pt modelId="{B524FFC8-8D8A-49B4-B422-28C2A405ABA1}" type="pres">
      <dgm:prSet presAssocID="{0EE62464-D4D0-46DB-BFF7-E807B4A834E2}" presName="compNode" presStyleCnt="0"/>
      <dgm:spPr/>
    </dgm:pt>
    <dgm:pt modelId="{F6B85C45-960C-49DA-B6C5-83F61E7B562B}" type="pres">
      <dgm:prSet presAssocID="{0EE62464-D4D0-46DB-BFF7-E807B4A834E2}" presName="iconRect" presStyleLbl="node1" presStyleIdx="4" presStyleCnt="6"/>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dgm:spPr>
      <dgm:extLst>
        <a:ext uri="{E40237B7-FDA0-4F09-8148-C483321AD2D9}">
          <dgm14:cNvPr xmlns:dgm14="http://schemas.microsoft.com/office/drawing/2010/diagram" id="0" name="" descr="Checkmark"/>
        </a:ext>
      </dgm:extLst>
    </dgm:pt>
    <dgm:pt modelId="{363D8003-BBC3-4700-BFA5-7F4A8E317E6B}" type="pres">
      <dgm:prSet presAssocID="{0EE62464-D4D0-46DB-BFF7-E807B4A834E2}" presName="iconSpace" presStyleCnt="0"/>
      <dgm:spPr/>
    </dgm:pt>
    <dgm:pt modelId="{E50B1532-DD88-46E1-9EA1-404AC27FBB61}" type="pres">
      <dgm:prSet presAssocID="{0EE62464-D4D0-46DB-BFF7-E807B4A834E2}" presName="parTx" presStyleLbl="revTx" presStyleIdx="8" presStyleCnt="12">
        <dgm:presLayoutVars>
          <dgm:chMax val="0"/>
          <dgm:chPref val="0"/>
        </dgm:presLayoutVars>
      </dgm:prSet>
      <dgm:spPr/>
    </dgm:pt>
    <dgm:pt modelId="{77A9E8A6-A7A4-431D-868A-07F71803E94D}" type="pres">
      <dgm:prSet presAssocID="{0EE62464-D4D0-46DB-BFF7-E807B4A834E2}" presName="txSpace" presStyleCnt="0"/>
      <dgm:spPr/>
    </dgm:pt>
    <dgm:pt modelId="{B507284E-39D3-4C3E-BEF8-1B6077491846}" type="pres">
      <dgm:prSet presAssocID="{0EE62464-D4D0-46DB-BFF7-E807B4A834E2}" presName="desTx" presStyleLbl="revTx" presStyleIdx="9" presStyleCnt="12">
        <dgm:presLayoutVars/>
      </dgm:prSet>
      <dgm:spPr/>
    </dgm:pt>
    <dgm:pt modelId="{1BA21C7B-2C6F-477F-AB4B-7D263F753D99}" type="pres">
      <dgm:prSet presAssocID="{9A4E8E33-F8FF-4D1F-A425-1A0438B38C0F}" presName="sibTrans" presStyleCnt="0"/>
      <dgm:spPr/>
    </dgm:pt>
    <dgm:pt modelId="{4DBC2190-BCC8-406C-95D9-8ABF53F1B62D}" type="pres">
      <dgm:prSet presAssocID="{3B9C255E-DD0A-4CE4-823D-EC674A86B06C}" presName="compNode" presStyleCnt="0"/>
      <dgm:spPr/>
    </dgm:pt>
    <dgm:pt modelId="{191BA8A2-4AB9-41BC-987E-BEC73E437D1E}" type="pres">
      <dgm:prSet presAssocID="{3B9C255E-DD0A-4CE4-823D-EC674A86B06C}" presName="iconRect" presStyleLbl="node1" presStyleIdx="5" presStyleCnt="6"/>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dgm:spPr>
      <dgm:extLst>
        <a:ext uri="{E40237B7-FDA0-4F09-8148-C483321AD2D9}">
          <dgm14:cNvPr xmlns:dgm14="http://schemas.microsoft.com/office/drawing/2010/diagram" id="0" name="" descr="Gavel"/>
        </a:ext>
      </dgm:extLst>
    </dgm:pt>
    <dgm:pt modelId="{2A7A5641-5E44-4FFE-8A79-16CDE85D1309}" type="pres">
      <dgm:prSet presAssocID="{3B9C255E-DD0A-4CE4-823D-EC674A86B06C}" presName="iconSpace" presStyleCnt="0"/>
      <dgm:spPr/>
    </dgm:pt>
    <dgm:pt modelId="{DAA8CC57-5308-44C8-B009-DDA489D18DBA}" type="pres">
      <dgm:prSet presAssocID="{3B9C255E-DD0A-4CE4-823D-EC674A86B06C}" presName="parTx" presStyleLbl="revTx" presStyleIdx="10" presStyleCnt="12">
        <dgm:presLayoutVars>
          <dgm:chMax val="0"/>
          <dgm:chPref val="0"/>
        </dgm:presLayoutVars>
      </dgm:prSet>
      <dgm:spPr/>
    </dgm:pt>
    <dgm:pt modelId="{4D8F2FC4-749E-43E9-9CA7-962CFE20D999}" type="pres">
      <dgm:prSet presAssocID="{3B9C255E-DD0A-4CE4-823D-EC674A86B06C}" presName="txSpace" presStyleCnt="0"/>
      <dgm:spPr/>
    </dgm:pt>
    <dgm:pt modelId="{9780F4AB-76B0-44FC-B265-932E9566031D}" type="pres">
      <dgm:prSet presAssocID="{3B9C255E-DD0A-4CE4-823D-EC674A86B06C}" presName="desTx" presStyleLbl="revTx" presStyleIdx="11" presStyleCnt="12">
        <dgm:presLayoutVars/>
      </dgm:prSet>
      <dgm:spPr/>
    </dgm:pt>
  </dgm:ptLst>
  <dgm:cxnLst>
    <dgm:cxn modelId="{76D35825-5EB9-4B0E-AB7E-D89179F7D561}" srcId="{C8E8BFD7-92F1-4410-B3BB-17E3B4A10244}" destId="{9B743488-0D99-4000-8EBC-A4F937E9FB16}" srcOrd="2" destOrd="0" parTransId="{67934877-E9D0-4F46-B9D5-C462AF34DD1A}" sibTransId="{3D5605BA-77DC-4757-BD1D-A5049FA295BE}"/>
    <dgm:cxn modelId="{3CAF9929-8A88-418F-B1B7-F3839E01F4A0}" type="presOf" srcId="{CDF955C7-D45F-47D1-874F-0EEDA1C614A1}" destId="{B507284E-39D3-4C3E-BEF8-1B6077491846}" srcOrd="0" destOrd="3" presId="urn:microsoft.com/office/officeart/2018/5/layout/CenteredIconLabelDescriptionList"/>
    <dgm:cxn modelId="{AB27C52F-6D15-411C-8C64-6AF09C8812F7}" type="presOf" srcId="{0EE62464-D4D0-46DB-BFF7-E807B4A834E2}" destId="{E50B1532-DD88-46E1-9EA1-404AC27FBB61}" srcOrd="0" destOrd="0" presId="urn:microsoft.com/office/officeart/2018/5/layout/CenteredIconLabelDescriptionList"/>
    <dgm:cxn modelId="{7EF28341-CFFE-4CA2-B2BE-2EABBD41FD69}" type="presOf" srcId="{34B6DB00-EA42-4491-BD33-1C84778F486A}" destId="{B507284E-39D3-4C3E-BEF8-1B6077491846}" srcOrd="0" destOrd="4" presId="urn:microsoft.com/office/officeart/2018/5/layout/CenteredIconLabelDescriptionList"/>
    <dgm:cxn modelId="{67B7AD42-80C0-4ED5-81C5-AA0E664D161F}" srcId="{0EE62464-D4D0-46DB-BFF7-E807B4A834E2}" destId="{72492A50-7647-4E46-81BB-553D4CAE2758}" srcOrd="1" destOrd="0" parTransId="{872B8456-23F0-45AC-BD67-7B06C1235C1D}" sibTransId="{C012E309-18B0-40CB-A242-6C3426DB2FD5}"/>
    <dgm:cxn modelId="{9506CC48-58D6-412C-9470-D95E0325664F}" type="presOf" srcId="{F61AD9E7-69A0-44B0-9BDD-E5F07B3EC84F}" destId="{B507284E-39D3-4C3E-BEF8-1B6077491846}" srcOrd="0" destOrd="2" presId="urn:microsoft.com/office/officeart/2018/5/layout/CenteredIconLabelDescriptionList"/>
    <dgm:cxn modelId="{0CCA434E-9797-4326-9980-E376B17382CC}" srcId="{C8E8BFD7-92F1-4410-B3BB-17E3B4A10244}" destId="{38B4E368-7D72-47F7-8920-00A0BEE9FCE8}" srcOrd="1" destOrd="0" parTransId="{3A93476A-FB59-496C-8115-33D768F736E6}" sibTransId="{E98614B8-65A7-44ED-8A6E-4B06DFC73619}"/>
    <dgm:cxn modelId="{BDDFA253-D9A6-40CE-804E-C53E539F3155}" srcId="{0EE62464-D4D0-46DB-BFF7-E807B4A834E2}" destId="{34B6DB00-EA42-4491-BD33-1C84778F486A}" srcOrd="4" destOrd="0" parTransId="{7683810A-25D2-4990-A4B3-369A4563E940}" sibTransId="{59E4737F-644A-457F-96AE-149924A15C7A}"/>
    <dgm:cxn modelId="{33979E69-7E97-49CD-9C9A-D559E396504C}" type="presOf" srcId="{8ED39A8C-F719-4023-BE3E-63C13828230C}" destId="{B507284E-39D3-4C3E-BEF8-1B6077491846}" srcOrd="0" destOrd="5" presId="urn:microsoft.com/office/officeart/2018/5/layout/CenteredIconLabelDescriptionList"/>
    <dgm:cxn modelId="{2BA37C6A-E755-45BA-8534-274A33EBE5AA}" type="presOf" srcId="{38B4E368-7D72-47F7-8920-00A0BEE9FCE8}" destId="{7A366FBE-33F8-46EA-BE36-EDA87CA44797}" srcOrd="0" destOrd="0" presId="urn:microsoft.com/office/officeart/2018/5/layout/CenteredIconLabelDescriptionList"/>
    <dgm:cxn modelId="{9E038883-6509-42E6-AE1D-FD0D7BC2E90B}" srcId="{DA7B9D10-27EC-4B35-A9E8-B4C7206D5301}" destId="{78B1BA8E-AE95-4789-BB0C-C99374FB4BE9}" srcOrd="0" destOrd="0" parTransId="{4425E760-2DEC-4973-A8BD-5487EEC15B95}" sibTransId="{90F5ABC1-6CAF-48D8-A5AD-F7C1235BF927}"/>
    <dgm:cxn modelId="{6D9C3485-D091-4377-BE72-950525B6997B}" type="presOf" srcId="{26077D1E-F1ED-4FFC-A400-1BDB07CC8088}" destId="{5A755F03-EDDF-4415-B22B-A5CD56C482BD}" srcOrd="0" destOrd="3" presId="urn:microsoft.com/office/officeart/2018/5/layout/CenteredIconLabelDescriptionList"/>
    <dgm:cxn modelId="{001EBA88-A97B-4591-A075-CDD43633162E}" type="presOf" srcId="{9B743488-0D99-4000-8EBC-A4F937E9FB16}" destId="{5B1A816D-675E-42F2-8520-ABCD88D4C163}" srcOrd="0" destOrd="0" presId="urn:microsoft.com/office/officeart/2018/5/layout/CenteredIconLabelDescriptionList"/>
    <dgm:cxn modelId="{4123ED8A-20F3-40FA-BF09-A7B656492434}" srcId="{C8E8BFD7-92F1-4410-B3BB-17E3B4A10244}" destId="{0EE62464-D4D0-46DB-BFF7-E807B4A834E2}" srcOrd="4" destOrd="0" parTransId="{CE670959-6491-4000-A2A6-19A97EE0DF6D}" sibTransId="{9A4E8E33-F8FF-4D1F-A425-1A0438B38C0F}"/>
    <dgm:cxn modelId="{C6E6F191-A319-4E48-A8EB-6F42D1449E69}" type="presOf" srcId="{8DAC256E-C156-4BA6-A5CE-4802E73EB27F}" destId="{5A755F03-EDDF-4415-B22B-A5CD56C482BD}" srcOrd="0" destOrd="2" presId="urn:microsoft.com/office/officeart/2018/5/layout/CenteredIconLabelDescriptionList"/>
    <dgm:cxn modelId="{BEED2A96-B98B-4AFC-91BE-6D676FC19A43}" srcId="{0EE62464-D4D0-46DB-BFF7-E807B4A834E2}" destId="{8ED39A8C-F719-4023-BE3E-63C13828230C}" srcOrd="5" destOrd="0" parTransId="{36BFB57B-F1E1-4DE2-8AFE-FF78E01A1EC7}" sibTransId="{8B3FF4F0-8484-46D6-B750-B1E2EA698172}"/>
    <dgm:cxn modelId="{2740929B-6C94-47CE-9D6E-E4877685F41A}" srcId="{C8E8BFD7-92F1-4410-B3BB-17E3B4A10244}" destId="{EAC22D85-1713-470B-AF99-FD633622C797}" srcOrd="0" destOrd="0" parTransId="{C3EF9297-386E-4D52-B39E-D315747811BE}" sibTransId="{342DFA4D-6B45-475E-AAA3-734F869ECDEC}"/>
    <dgm:cxn modelId="{38767FA5-C8ED-40F7-A096-A54489EF07A7}" srcId="{0EE62464-D4D0-46DB-BFF7-E807B4A834E2}" destId="{F61AD9E7-69A0-44B0-9BDD-E5F07B3EC84F}" srcOrd="2" destOrd="0" parTransId="{CE56AE6B-5E40-4697-BCE8-D5D765F3F698}" sibTransId="{7EB384EC-7FE7-4F9B-B92F-3B8666C800EA}"/>
    <dgm:cxn modelId="{0F64A1A7-83FF-4FD4-AA97-A3A2B5CAA89A}" type="presOf" srcId="{EAC22D85-1713-470B-AF99-FD633622C797}" destId="{F707D51F-2F26-46F6-ABF5-39DAEE0B563B}" srcOrd="0" destOrd="0" presId="urn:microsoft.com/office/officeart/2018/5/layout/CenteredIconLabelDescriptionList"/>
    <dgm:cxn modelId="{A577CDA9-896C-4D4C-AF79-D0C5DA0A0D86}" type="presOf" srcId="{72492A50-7647-4E46-81BB-553D4CAE2758}" destId="{B507284E-39D3-4C3E-BEF8-1B6077491846}" srcOrd="0" destOrd="1" presId="urn:microsoft.com/office/officeart/2018/5/layout/CenteredIconLabelDescriptionList"/>
    <dgm:cxn modelId="{748B0FAE-26E0-4B1E-8B28-FB061F3AC0F8}" type="presOf" srcId="{DA7B9D10-27EC-4B35-A9E8-B4C7206D5301}" destId="{263CDFB3-F5D9-44F4-A3ED-2EBFB577E8D9}" srcOrd="0" destOrd="0" presId="urn:microsoft.com/office/officeart/2018/5/layout/CenteredIconLabelDescriptionList"/>
    <dgm:cxn modelId="{8E4D68BB-5D86-44D0-8050-30A368FAE912}" srcId="{C8E8BFD7-92F1-4410-B3BB-17E3B4A10244}" destId="{DA7B9D10-27EC-4B35-A9E8-B4C7206D5301}" srcOrd="3" destOrd="0" parTransId="{B072E24A-6978-4873-9209-F0280CABA6F2}" sibTransId="{E56C7237-AFB9-48AA-AB47-0127551105DF}"/>
    <dgm:cxn modelId="{F823E1BE-7546-47EE-8D97-0EC78BA7B259}" type="presOf" srcId="{60452E0E-587A-4028-AA27-903F710F03AE}" destId="{5A755F03-EDDF-4415-B22B-A5CD56C482BD}" srcOrd="0" destOrd="1" presId="urn:microsoft.com/office/officeart/2018/5/layout/CenteredIconLabelDescriptionList"/>
    <dgm:cxn modelId="{D3A5DDC0-2FF0-483F-967E-6D48FAFFD13E}" type="presOf" srcId="{4F93DE32-BCE0-4DD9-A586-EC24E549F5DA}" destId="{B507284E-39D3-4C3E-BEF8-1B6077491846}" srcOrd="0" destOrd="0" presId="urn:microsoft.com/office/officeart/2018/5/layout/CenteredIconLabelDescriptionList"/>
    <dgm:cxn modelId="{AFCB23C6-4882-43F0-9A9E-44823CD31596}" type="presOf" srcId="{78B1BA8E-AE95-4789-BB0C-C99374FB4BE9}" destId="{5A755F03-EDDF-4415-B22B-A5CD56C482BD}" srcOrd="0" destOrd="0" presId="urn:microsoft.com/office/officeart/2018/5/layout/CenteredIconLabelDescriptionList"/>
    <dgm:cxn modelId="{10611FCB-A02F-49D0-B30E-A132DF27FBFF}" srcId="{DA7B9D10-27EC-4B35-A9E8-B4C7206D5301}" destId="{60452E0E-587A-4028-AA27-903F710F03AE}" srcOrd="1" destOrd="0" parTransId="{8E68E1A7-590C-41B3-8380-14678B014122}" sibTransId="{82F65337-0C65-4F05-9029-12E78272741B}"/>
    <dgm:cxn modelId="{5C2C45D0-7184-4773-92E0-567D6575AEAF}" srcId="{0EE62464-D4D0-46DB-BFF7-E807B4A834E2}" destId="{4F93DE32-BCE0-4DD9-A586-EC24E549F5DA}" srcOrd="0" destOrd="0" parTransId="{F55DBC10-4F70-4244-8010-066F4534FFDD}" sibTransId="{7F7246B2-756D-4127-B0AE-B2904BF098A7}"/>
    <dgm:cxn modelId="{161502D4-3BB8-49B4-B14B-CB450477B1B4}" type="presOf" srcId="{C8E8BFD7-92F1-4410-B3BB-17E3B4A10244}" destId="{8800DD3F-E294-492B-A542-E815FF73625C}" srcOrd="0" destOrd="0" presId="urn:microsoft.com/office/officeart/2018/5/layout/CenteredIconLabelDescriptionList"/>
    <dgm:cxn modelId="{FB6919D7-AE8B-4687-BA08-CA5785079E12}" type="presOf" srcId="{3B9C255E-DD0A-4CE4-823D-EC674A86B06C}" destId="{DAA8CC57-5308-44C8-B009-DDA489D18DBA}" srcOrd="0" destOrd="0" presId="urn:microsoft.com/office/officeart/2018/5/layout/CenteredIconLabelDescriptionList"/>
    <dgm:cxn modelId="{DAC41CE1-15A4-4E4E-B965-69BBCE94EB94}" srcId="{C8E8BFD7-92F1-4410-B3BB-17E3B4A10244}" destId="{3B9C255E-DD0A-4CE4-823D-EC674A86B06C}" srcOrd="5" destOrd="0" parTransId="{9D32CD1D-D0E3-49FB-97D6-FF2195991778}" sibTransId="{6F034747-73D4-4D40-8803-CFC4AA9E318C}"/>
    <dgm:cxn modelId="{0DC467E4-45CE-4B56-8925-10B8C848A295}" srcId="{DA7B9D10-27EC-4B35-A9E8-B4C7206D5301}" destId="{26077D1E-F1ED-4FFC-A400-1BDB07CC8088}" srcOrd="3" destOrd="0" parTransId="{791CA9F5-2DB4-4023-B6D8-5B82C981B9D6}" sibTransId="{60AFE3E2-3C91-4274-8FBC-B539A76A00CC}"/>
    <dgm:cxn modelId="{D2AEA7E6-62A2-41FB-AAE1-2D75CEB42113}" srcId="{DA7B9D10-27EC-4B35-A9E8-B4C7206D5301}" destId="{8DAC256E-C156-4BA6-A5CE-4802E73EB27F}" srcOrd="2" destOrd="0" parTransId="{3328A122-948A-42E0-9C90-F5B8BDC4620F}" sibTransId="{1AA5BE83-DD80-404F-86D7-DB93373CB25B}"/>
    <dgm:cxn modelId="{C93E04F8-1FE7-457E-99EC-0036217C5560}" srcId="{0EE62464-D4D0-46DB-BFF7-E807B4A834E2}" destId="{CDF955C7-D45F-47D1-874F-0EEDA1C614A1}" srcOrd="3" destOrd="0" parTransId="{AB656345-71EC-4C3A-944F-52B477F74DF6}" sibTransId="{B4067999-CAFD-44C2-B6E2-C1520733CC1E}"/>
    <dgm:cxn modelId="{2828FCF6-AEFD-4729-8C4A-61493BB54044}" type="presParOf" srcId="{8800DD3F-E294-492B-A542-E815FF73625C}" destId="{33F2EC3F-6C6F-412A-A18B-79E3CE0AA9CF}" srcOrd="0" destOrd="0" presId="urn:microsoft.com/office/officeart/2018/5/layout/CenteredIconLabelDescriptionList"/>
    <dgm:cxn modelId="{0507A451-C954-4C2C-AA3C-FC9767D6A1E4}" type="presParOf" srcId="{33F2EC3F-6C6F-412A-A18B-79E3CE0AA9CF}" destId="{AE031BCF-B6BF-4FC7-ADB6-5C9E2C63968B}" srcOrd="0" destOrd="0" presId="urn:microsoft.com/office/officeart/2018/5/layout/CenteredIconLabelDescriptionList"/>
    <dgm:cxn modelId="{AFE9FF80-1E32-455E-83AC-8B2AF3F6C2D4}" type="presParOf" srcId="{33F2EC3F-6C6F-412A-A18B-79E3CE0AA9CF}" destId="{FEFE466F-A65F-4BF0-9C5E-D883CCF94673}" srcOrd="1" destOrd="0" presId="urn:microsoft.com/office/officeart/2018/5/layout/CenteredIconLabelDescriptionList"/>
    <dgm:cxn modelId="{533D3858-5722-40DD-8494-63253CD1C4F4}" type="presParOf" srcId="{33F2EC3F-6C6F-412A-A18B-79E3CE0AA9CF}" destId="{F707D51F-2F26-46F6-ABF5-39DAEE0B563B}" srcOrd="2" destOrd="0" presId="urn:microsoft.com/office/officeart/2018/5/layout/CenteredIconLabelDescriptionList"/>
    <dgm:cxn modelId="{80AFBE88-41ED-4ED6-A630-4E06023A9942}" type="presParOf" srcId="{33F2EC3F-6C6F-412A-A18B-79E3CE0AA9CF}" destId="{26272EF9-4AB1-422A-B915-D1DADDA2513D}" srcOrd="3" destOrd="0" presId="urn:microsoft.com/office/officeart/2018/5/layout/CenteredIconLabelDescriptionList"/>
    <dgm:cxn modelId="{E014970B-B742-4559-9D96-5627B891563B}" type="presParOf" srcId="{33F2EC3F-6C6F-412A-A18B-79E3CE0AA9CF}" destId="{A712F3B0-8F19-4828-8F5C-CD4D571CA97F}" srcOrd="4" destOrd="0" presId="urn:microsoft.com/office/officeart/2018/5/layout/CenteredIconLabelDescriptionList"/>
    <dgm:cxn modelId="{DC55D926-67C4-4CEC-B5F8-27DBC6B4052E}" type="presParOf" srcId="{8800DD3F-E294-492B-A542-E815FF73625C}" destId="{8D47D0C4-C3A6-4DC5-B536-9AA306ADA1E5}" srcOrd="1" destOrd="0" presId="urn:microsoft.com/office/officeart/2018/5/layout/CenteredIconLabelDescriptionList"/>
    <dgm:cxn modelId="{921E8838-1922-44D4-A253-2BC78511737A}" type="presParOf" srcId="{8800DD3F-E294-492B-A542-E815FF73625C}" destId="{66D4D43D-30BC-4BE4-98BB-E9756266BB4B}" srcOrd="2" destOrd="0" presId="urn:microsoft.com/office/officeart/2018/5/layout/CenteredIconLabelDescriptionList"/>
    <dgm:cxn modelId="{79CA8FC7-7727-473F-AFAB-DF208A206E34}" type="presParOf" srcId="{66D4D43D-30BC-4BE4-98BB-E9756266BB4B}" destId="{218DCD34-7532-4987-8BF0-07C04C4EADE3}" srcOrd="0" destOrd="0" presId="urn:microsoft.com/office/officeart/2018/5/layout/CenteredIconLabelDescriptionList"/>
    <dgm:cxn modelId="{C51AD7D9-BAD9-4934-A741-CCA9FBF0B762}" type="presParOf" srcId="{66D4D43D-30BC-4BE4-98BB-E9756266BB4B}" destId="{FC13B5E9-F16A-4960-82E3-3E597618539D}" srcOrd="1" destOrd="0" presId="urn:microsoft.com/office/officeart/2018/5/layout/CenteredIconLabelDescriptionList"/>
    <dgm:cxn modelId="{C9BDA39D-223F-48A8-8914-4AF3DF4D2949}" type="presParOf" srcId="{66D4D43D-30BC-4BE4-98BB-E9756266BB4B}" destId="{7A366FBE-33F8-46EA-BE36-EDA87CA44797}" srcOrd="2" destOrd="0" presId="urn:microsoft.com/office/officeart/2018/5/layout/CenteredIconLabelDescriptionList"/>
    <dgm:cxn modelId="{D3B399AF-8B3B-4581-98D5-A75768C4C63B}" type="presParOf" srcId="{66D4D43D-30BC-4BE4-98BB-E9756266BB4B}" destId="{64944247-2A0E-4793-8E38-7B20F8B74547}" srcOrd="3" destOrd="0" presId="urn:microsoft.com/office/officeart/2018/5/layout/CenteredIconLabelDescriptionList"/>
    <dgm:cxn modelId="{4B1408EE-C1AB-4FC2-BFB5-BCCC87BCCD04}" type="presParOf" srcId="{66D4D43D-30BC-4BE4-98BB-E9756266BB4B}" destId="{C6A54B60-F7AC-4C5C-A6AC-4D51C8F60410}" srcOrd="4" destOrd="0" presId="urn:microsoft.com/office/officeart/2018/5/layout/CenteredIconLabelDescriptionList"/>
    <dgm:cxn modelId="{CA39B1F9-F214-44BD-80F9-88F1B1758861}" type="presParOf" srcId="{8800DD3F-E294-492B-A542-E815FF73625C}" destId="{FA23AE91-EF29-44E9-90E9-BF4BB1CAA447}" srcOrd="3" destOrd="0" presId="urn:microsoft.com/office/officeart/2018/5/layout/CenteredIconLabelDescriptionList"/>
    <dgm:cxn modelId="{F040C6B4-FCE5-4532-A2DF-22A0585F4704}" type="presParOf" srcId="{8800DD3F-E294-492B-A542-E815FF73625C}" destId="{73FC56CB-6E3A-4B07-872A-7D62C448980E}" srcOrd="4" destOrd="0" presId="urn:microsoft.com/office/officeart/2018/5/layout/CenteredIconLabelDescriptionList"/>
    <dgm:cxn modelId="{0B06EDA9-32D9-45E6-AB98-4039BD9D84CB}" type="presParOf" srcId="{73FC56CB-6E3A-4B07-872A-7D62C448980E}" destId="{7895FF00-E830-460E-9BF2-B9C43B203B69}" srcOrd="0" destOrd="0" presId="urn:microsoft.com/office/officeart/2018/5/layout/CenteredIconLabelDescriptionList"/>
    <dgm:cxn modelId="{AF48194F-66D4-446B-9D81-2BBD0E964242}" type="presParOf" srcId="{73FC56CB-6E3A-4B07-872A-7D62C448980E}" destId="{DCCC6ED2-8813-4B81-A1D0-CE0C6A1EA6EE}" srcOrd="1" destOrd="0" presId="urn:microsoft.com/office/officeart/2018/5/layout/CenteredIconLabelDescriptionList"/>
    <dgm:cxn modelId="{C9E3ECFC-2C3D-473D-98AA-11C793FB6591}" type="presParOf" srcId="{73FC56CB-6E3A-4B07-872A-7D62C448980E}" destId="{5B1A816D-675E-42F2-8520-ABCD88D4C163}" srcOrd="2" destOrd="0" presId="urn:microsoft.com/office/officeart/2018/5/layout/CenteredIconLabelDescriptionList"/>
    <dgm:cxn modelId="{ECFC8F97-C5F9-4202-98EE-141DB8D14D22}" type="presParOf" srcId="{73FC56CB-6E3A-4B07-872A-7D62C448980E}" destId="{82EA14ED-7F55-4E39-AC4C-ED4989E548C5}" srcOrd="3" destOrd="0" presId="urn:microsoft.com/office/officeart/2018/5/layout/CenteredIconLabelDescriptionList"/>
    <dgm:cxn modelId="{85E231C4-6C34-4936-A026-4E6CC9113800}" type="presParOf" srcId="{73FC56CB-6E3A-4B07-872A-7D62C448980E}" destId="{BE54EC7B-3505-4A6C-88AA-F3E40AFCD65B}" srcOrd="4" destOrd="0" presId="urn:microsoft.com/office/officeart/2018/5/layout/CenteredIconLabelDescriptionList"/>
    <dgm:cxn modelId="{20BA874E-4A9F-4A19-B631-B67133437DEE}" type="presParOf" srcId="{8800DD3F-E294-492B-A542-E815FF73625C}" destId="{5E6D77E6-5B7D-4311-8434-4096E453825A}" srcOrd="5" destOrd="0" presId="urn:microsoft.com/office/officeart/2018/5/layout/CenteredIconLabelDescriptionList"/>
    <dgm:cxn modelId="{4121D3D8-1A8A-4A9F-A8D7-1726ABE87BAC}" type="presParOf" srcId="{8800DD3F-E294-492B-A542-E815FF73625C}" destId="{7D95FFBB-A749-448E-80ED-504CEA08330F}" srcOrd="6" destOrd="0" presId="urn:microsoft.com/office/officeart/2018/5/layout/CenteredIconLabelDescriptionList"/>
    <dgm:cxn modelId="{BECF24E9-5098-40E8-90DD-F089B74A30F7}" type="presParOf" srcId="{7D95FFBB-A749-448E-80ED-504CEA08330F}" destId="{FC50F8FA-E6CF-4919-A59F-5FEFD47D8340}" srcOrd="0" destOrd="0" presId="urn:microsoft.com/office/officeart/2018/5/layout/CenteredIconLabelDescriptionList"/>
    <dgm:cxn modelId="{4E9DCE03-7544-4EE4-BD00-9CA9E24FC606}" type="presParOf" srcId="{7D95FFBB-A749-448E-80ED-504CEA08330F}" destId="{B45AC7F9-A24C-46A8-A9FF-08308096E958}" srcOrd="1" destOrd="0" presId="urn:microsoft.com/office/officeart/2018/5/layout/CenteredIconLabelDescriptionList"/>
    <dgm:cxn modelId="{8DA4876E-10BA-4CFB-8763-3B25E687C733}" type="presParOf" srcId="{7D95FFBB-A749-448E-80ED-504CEA08330F}" destId="{263CDFB3-F5D9-44F4-A3ED-2EBFB577E8D9}" srcOrd="2" destOrd="0" presId="urn:microsoft.com/office/officeart/2018/5/layout/CenteredIconLabelDescriptionList"/>
    <dgm:cxn modelId="{C2A8733D-48C2-4DF1-BB5B-74379B8ECE81}" type="presParOf" srcId="{7D95FFBB-A749-448E-80ED-504CEA08330F}" destId="{8B82FC61-D872-4DBB-8668-C699FDA06412}" srcOrd="3" destOrd="0" presId="urn:microsoft.com/office/officeart/2018/5/layout/CenteredIconLabelDescriptionList"/>
    <dgm:cxn modelId="{ADCAA8BF-EF89-4339-830A-8ADD6940B3A4}" type="presParOf" srcId="{7D95FFBB-A749-448E-80ED-504CEA08330F}" destId="{5A755F03-EDDF-4415-B22B-A5CD56C482BD}" srcOrd="4" destOrd="0" presId="urn:microsoft.com/office/officeart/2018/5/layout/CenteredIconLabelDescriptionList"/>
    <dgm:cxn modelId="{2BD0E0CD-41DB-400B-8F9E-EBFC1F73FEF4}" type="presParOf" srcId="{8800DD3F-E294-492B-A542-E815FF73625C}" destId="{2DAC6977-B219-48B7-A249-B1F8D7139095}" srcOrd="7" destOrd="0" presId="urn:microsoft.com/office/officeart/2018/5/layout/CenteredIconLabelDescriptionList"/>
    <dgm:cxn modelId="{72A6BCC6-D566-4150-8585-99BF0A5B5623}" type="presParOf" srcId="{8800DD3F-E294-492B-A542-E815FF73625C}" destId="{B524FFC8-8D8A-49B4-B422-28C2A405ABA1}" srcOrd="8" destOrd="0" presId="urn:microsoft.com/office/officeart/2018/5/layout/CenteredIconLabelDescriptionList"/>
    <dgm:cxn modelId="{90D20899-0363-47B2-9016-F4BA5E830CB1}" type="presParOf" srcId="{B524FFC8-8D8A-49B4-B422-28C2A405ABA1}" destId="{F6B85C45-960C-49DA-B6C5-83F61E7B562B}" srcOrd="0" destOrd="0" presId="urn:microsoft.com/office/officeart/2018/5/layout/CenteredIconLabelDescriptionList"/>
    <dgm:cxn modelId="{0FDF1A59-6A12-499B-93EA-36824BD33FF7}" type="presParOf" srcId="{B524FFC8-8D8A-49B4-B422-28C2A405ABA1}" destId="{363D8003-BBC3-4700-BFA5-7F4A8E317E6B}" srcOrd="1" destOrd="0" presId="urn:microsoft.com/office/officeart/2018/5/layout/CenteredIconLabelDescriptionList"/>
    <dgm:cxn modelId="{5B8BEA03-C5A0-40EE-BF15-78440ADCD349}" type="presParOf" srcId="{B524FFC8-8D8A-49B4-B422-28C2A405ABA1}" destId="{E50B1532-DD88-46E1-9EA1-404AC27FBB61}" srcOrd="2" destOrd="0" presId="urn:microsoft.com/office/officeart/2018/5/layout/CenteredIconLabelDescriptionList"/>
    <dgm:cxn modelId="{83DF09B3-0869-49FD-8862-AE36D70FF2D8}" type="presParOf" srcId="{B524FFC8-8D8A-49B4-B422-28C2A405ABA1}" destId="{77A9E8A6-A7A4-431D-868A-07F71803E94D}" srcOrd="3" destOrd="0" presId="urn:microsoft.com/office/officeart/2018/5/layout/CenteredIconLabelDescriptionList"/>
    <dgm:cxn modelId="{98354D44-B9F2-4F7B-B04C-2B565E459F90}" type="presParOf" srcId="{B524FFC8-8D8A-49B4-B422-28C2A405ABA1}" destId="{B507284E-39D3-4C3E-BEF8-1B6077491846}" srcOrd="4" destOrd="0" presId="urn:microsoft.com/office/officeart/2018/5/layout/CenteredIconLabelDescriptionList"/>
    <dgm:cxn modelId="{4528F428-2E27-41FE-B12B-62AC5B883FB4}" type="presParOf" srcId="{8800DD3F-E294-492B-A542-E815FF73625C}" destId="{1BA21C7B-2C6F-477F-AB4B-7D263F753D99}" srcOrd="9" destOrd="0" presId="urn:microsoft.com/office/officeart/2018/5/layout/CenteredIconLabelDescriptionList"/>
    <dgm:cxn modelId="{525C2333-032C-40F1-8C49-EDA49D53BA42}" type="presParOf" srcId="{8800DD3F-E294-492B-A542-E815FF73625C}" destId="{4DBC2190-BCC8-406C-95D9-8ABF53F1B62D}" srcOrd="10" destOrd="0" presId="urn:microsoft.com/office/officeart/2018/5/layout/CenteredIconLabelDescriptionList"/>
    <dgm:cxn modelId="{B6C3424F-CC52-4947-9E3D-8A272E56E016}" type="presParOf" srcId="{4DBC2190-BCC8-406C-95D9-8ABF53F1B62D}" destId="{191BA8A2-4AB9-41BC-987E-BEC73E437D1E}" srcOrd="0" destOrd="0" presId="urn:microsoft.com/office/officeart/2018/5/layout/CenteredIconLabelDescriptionList"/>
    <dgm:cxn modelId="{84B03599-C08E-46E0-AE51-E85FEA6D64B2}" type="presParOf" srcId="{4DBC2190-BCC8-406C-95D9-8ABF53F1B62D}" destId="{2A7A5641-5E44-4FFE-8A79-16CDE85D1309}" srcOrd="1" destOrd="0" presId="urn:microsoft.com/office/officeart/2018/5/layout/CenteredIconLabelDescriptionList"/>
    <dgm:cxn modelId="{D73B0E0C-BC2F-4AAE-9CC1-FE97E35302CD}" type="presParOf" srcId="{4DBC2190-BCC8-406C-95D9-8ABF53F1B62D}" destId="{DAA8CC57-5308-44C8-B009-DDA489D18DBA}" srcOrd="2" destOrd="0" presId="urn:microsoft.com/office/officeart/2018/5/layout/CenteredIconLabelDescriptionList"/>
    <dgm:cxn modelId="{8DD2BCD8-A58A-45FF-AE91-E32694DB5D42}" type="presParOf" srcId="{4DBC2190-BCC8-406C-95D9-8ABF53F1B62D}" destId="{4D8F2FC4-749E-43E9-9CA7-962CFE20D999}" srcOrd="3" destOrd="0" presId="urn:microsoft.com/office/officeart/2018/5/layout/CenteredIconLabelDescriptionList"/>
    <dgm:cxn modelId="{E89B2070-0843-4033-819A-26A94BEF9AEE}" type="presParOf" srcId="{4DBC2190-BCC8-406C-95D9-8ABF53F1B62D}" destId="{9780F4AB-76B0-44FC-B265-932E9566031D}" srcOrd="4" destOrd="0" presId="urn:microsoft.com/office/officeart/2018/5/layout/Centered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E031BCF-B6BF-4FC7-ADB6-5C9E2C63968B}">
      <dsp:nvSpPr>
        <dsp:cNvPr id="0" name=""/>
        <dsp:cNvSpPr/>
      </dsp:nvSpPr>
      <dsp:spPr>
        <a:xfrm>
          <a:off x="502511" y="946145"/>
          <a:ext cx="534731" cy="53473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707D51F-2F26-46F6-ABF5-39DAEE0B563B}">
      <dsp:nvSpPr>
        <dsp:cNvPr id="0" name=""/>
        <dsp:cNvSpPr/>
      </dsp:nvSpPr>
      <dsp:spPr>
        <a:xfrm>
          <a:off x="5975" y="1586615"/>
          <a:ext cx="1527803" cy="4368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defRPr b="1"/>
          </a:pPr>
          <a:r>
            <a:rPr lang="en-US" sz="1400" kern="1200"/>
            <a:t>Problem Statement</a:t>
          </a:r>
        </a:p>
      </dsp:txBody>
      <dsp:txXfrm>
        <a:off x="5975" y="1586615"/>
        <a:ext cx="1527803" cy="436856"/>
      </dsp:txXfrm>
    </dsp:sp>
    <dsp:sp modelId="{A712F3B0-8F19-4828-8F5C-CD4D571CA97F}">
      <dsp:nvSpPr>
        <dsp:cNvPr id="0" name=""/>
        <dsp:cNvSpPr/>
      </dsp:nvSpPr>
      <dsp:spPr>
        <a:xfrm>
          <a:off x="5975" y="2072652"/>
          <a:ext cx="1527803" cy="1332540"/>
        </a:xfrm>
        <a:prstGeom prst="rect">
          <a:avLst/>
        </a:prstGeom>
        <a:noFill/>
        <a:ln>
          <a:noFill/>
        </a:ln>
        <a:effectLst/>
      </dsp:spPr>
      <dsp:style>
        <a:lnRef idx="0">
          <a:scrgbClr r="0" g="0" b="0"/>
        </a:lnRef>
        <a:fillRef idx="0">
          <a:scrgbClr r="0" g="0" b="0"/>
        </a:fillRef>
        <a:effectRef idx="0">
          <a:scrgbClr r="0" g="0" b="0"/>
        </a:effectRef>
        <a:fontRef idx="minor"/>
      </dsp:style>
    </dsp:sp>
    <dsp:sp modelId="{218DCD34-7532-4987-8BF0-07C04C4EADE3}">
      <dsp:nvSpPr>
        <dsp:cNvPr id="0" name=""/>
        <dsp:cNvSpPr/>
      </dsp:nvSpPr>
      <dsp:spPr>
        <a:xfrm>
          <a:off x="2297680" y="946145"/>
          <a:ext cx="534731" cy="53473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A366FBE-33F8-46EA-BE36-EDA87CA44797}">
      <dsp:nvSpPr>
        <dsp:cNvPr id="0" name=""/>
        <dsp:cNvSpPr/>
      </dsp:nvSpPr>
      <dsp:spPr>
        <a:xfrm>
          <a:off x="1801144" y="1586615"/>
          <a:ext cx="1527803" cy="4368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defRPr b="1"/>
          </a:pPr>
          <a:r>
            <a:rPr lang="en-US" sz="1400" kern="1200" dirty="0"/>
            <a:t>Research Questions</a:t>
          </a:r>
        </a:p>
      </dsp:txBody>
      <dsp:txXfrm>
        <a:off x="1801144" y="1586615"/>
        <a:ext cx="1527803" cy="436856"/>
      </dsp:txXfrm>
    </dsp:sp>
    <dsp:sp modelId="{C6A54B60-F7AC-4C5C-A6AC-4D51C8F60410}">
      <dsp:nvSpPr>
        <dsp:cNvPr id="0" name=""/>
        <dsp:cNvSpPr/>
      </dsp:nvSpPr>
      <dsp:spPr>
        <a:xfrm>
          <a:off x="1801144" y="2072652"/>
          <a:ext cx="1527803" cy="1332540"/>
        </a:xfrm>
        <a:prstGeom prst="rect">
          <a:avLst/>
        </a:prstGeom>
        <a:noFill/>
        <a:ln>
          <a:noFill/>
        </a:ln>
        <a:effectLst/>
      </dsp:spPr>
      <dsp:style>
        <a:lnRef idx="0">
          <a:scrgbClr r="0" g="0" b="0"/>
        </a:lnRef>
        <a:fillRef idx="0">
          <a:scrgbClr r="0" g="0" b="0"/>
        </a:fillRef>
        <a:effectRef idx="0">
          <a:scrgbClr r="0" g="0" b="0"/>
        </a:effectRef>
        <a:fontRef idx="minor"/>
      </dsp:style>
    </dsp:sp>
    <dsp:sp modelId="{7895FF00-E830-460E-9BF2-B9C43B203B69}">
      <dsp:nvSpPr>
        <dsp:cNvPr id="0" name=""/>
        <dsp:cNvSpPr/>
      </dsp:nvSpPr>
      <dsp:spPr>
        <a:xfrm>
          <a:off x="4092849" y="946145"/>
          <a:ext cx="534731" cy="53473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B1A816D-675E-42F2-8520-ABCD88D4C163}">
      <dsp:nvSpPr>
        <dsp:cNvPr id="0" name=""/>
        <dsp:cNvSpPr/>
      </dsp:nvSpPr>
      <dsp:spPr>
        <a:xfrm>
          <a:off x="3596313" y="1586615"/>
          <a:ext cx="1527803" cy="4368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defRPr b="1"/>
          </a:pPr>
          <a:r>
            <a:rPr lang="en-US" sz="1400" kern="1200"/>
            <a:t>Literature Review</a:t>
          </a:r>
        </a:p>
      </dsp:txBody>
      <dsp:txXfrm>
        <a:off x="3596313" y="1586615"/>
        <a:ext cx="1527803" cy="436856"/>
      </dsp:txXfrm>
    </dsp:sp>
    <dsp:sp modelId="{BE54EC7B-3505-4A6C-88AA-F3E40AFCD65B}">
      <dsp:nvSpPr>
        <dsp:cNvPr id="0" name=""/>
        <dsp:cNvSpPr/>
      </dsp:nvSpPr>
      <dsp:spPr>
        <a:xfrm>
          <a:off x="3596313" y="2072652"/>
          <a:ext cx="1527803" cy="1332540"/>
        </a:xfrm>
        <a:prstGeom prst="rect">
          <a:avLst/>
        </a:prstGeom>
        <a:noFill/>
        <a:ln>
          <a:noFill/>
        </a:ln>
        <a:effectLst/>
      </dsp:spPr>
      <dsp:style>
        <a:lnRef idx="0">
          <a:scrgbClr r="0" g="0" b="0"/>
        </a:lnRef>
        <a:fillRef idx="0">
          <a:scrgbClr r="0" g="0" b="0"/>
        </a:fillRef>
        <a:effectRef idx="0">
          <a:scrgbClr r="0" g="0" b="0"/>
        </a:effectRef>
        <a:fontRef idx="minor"/>
      </dsp:style>
    </dsp:sp>
    <dsp:sp modelId="{FC50F8FA-E6CF-4919-A59F-5FEFD47D8340}">
      <dsp:nvSpPr>
        <dsp:cNvPr id="0" name=""/>
        <dsp:cNvSpPr/>
      </dsp:nvSpPr>
      <dsp:spPr>
        <a:xfrm>
          <a:off x="5888018" y="946145"/>
          <a:ext cx="534731" cy="534731"/>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63CDFB3-F5D9-44F4-A3ED-2EBFB577E8D9}">
      <dsp:nvSpPr>
        <dsp:cNvPr id="0" name=""/>
        <dsp:cNvSpPr/>
      </dsp:nvSpPr>
      <dsp:spPr>
        <a:xfrm>
          <a:off x="5391482" y="1586615"/>
          <a:ext cx="1527803" cy="4368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defRPr b="1"/>
          </a:pPr>
          <a:r>
            <a:rPr lang="en-US" sz="1400" kern="1200"/>
            <a:t>Methodology</a:t>
          </a:r>
        </a:p>
      </dsp:txBody>
      <dsp:txXfrm>
        <a:off x="5391482" y="1586615"/>
        <a:ext cx="1527803" cy="436856"/>
      </dsp:txXfrm>
    </dsp:sp>
    <dsp:sp modelId="{5A755F03-EDDF-4415-B22B-A5CD56C482BD}">
      <dsp:nvSpPr>
        <dsp:cNvPr id="0" name=""/>
        <dsp:cNvSpPr/>
      </dsp:nvSpPr>
      <dsp:spPr>
        <a:xfrm>
          <a:off x="5391482" y="2072652"/>
          <a:ext cx="1527803" cy="13325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kern="1200"/>
            <a:t>Apparatus</a:t>
          </a:r>
        </a:p>
        <a:p>
          <a:pPr marL="0" lvl="0" indent="0" algn="ctr" defTabSz="488950">
            <a:lnSpc>
              <a:spcPct val="100000"/>
            </a:lnSpc>
            <a:spcBef>
              <a:spcPct val="0"/>
            </a:spcBef>
            <a:spcAft>
              <a:spcPct val="35000"/>
            </a:spcAft>
            <a:buNone/>
          </a:pPr>
          <a:r>
            <a:rPr lang="en-US" sz="1100" kern="1200"/>
            <a:t>Data Collection and preparation</a:t>
          </a:r>
        </a:p>
        <a:p>
          <a:pPr marL="0" lvl="0" indent="0" algn="ctr" defTabSz="488950">
            <a:lnSpc>
              <a:spcPct val="100000"/>
            </a:lnSpc>
            <a:spcBef>
              <a:spcPct val="0"/>
            </a:spcBef>
            <a:spcAft>
              <a:spcPct val="35000"/>
            </a:spcAft>
            <a:buNone/>
          </a:pPr>
          <a:r>
            <a:rPr lang="en-US" sz="1100" kern="1200"/>
            <a:t>Procedure</a:t>
          </a:r>
        </a:p>
        <a:p>
          <a:pPr marL="0" lvl="0" indent="0" algn="ctr" defTabSz="488950">
            <a:lnSpc>
              <a:spcPct val="100000"/>
            </a:lnSpc>
            <a:spcBef>
              <a:spcPct val="0"/>
            </a:spcBef>
            <a:spcAft>
              <a:spcPct val="35000"/>
            </a:spcAft>
            <a:buNone/>
          </a:pPr>
          <a:r>
            <a:rPr lang="en-US" sz="1100" kern="1200"/>
            <a:t>Data Logging and Real-Time Monitoring</a:t>
          </a:r>
        </a:p>
      </dsp:txBody>
      <dsp:txXfrm>
        <a:off x="5391482" y="2072652"/>
        <a:ext cx="1527803" cy="1332540"/>
      </dsp:txXfrm>
    </dsp:sp>
    <dsp:sp modelId="{F6B85C45-960C-49DA-B6C5-83F61E7B562B}">
      <dsp:nvSpPr>
        <dsp:cNvPr id="0" name=""/>
        <dsp:cNvSpPr/>
      </dsp:nvSpPr>
      <dsp:spPr>
        <a:xfrm>
          <a:off x="7683187" y="946145"/>
          <a:ext cx="534731" cy="534731"/>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50B1532-DD88-46E1-9EA1-404AC27FBB61}">
      <dsp:nvSpPr>
        <dsp:cNvPr id="0" name=""/>
        <dsp:cNvSpPr/>
      </dsp:nvSpPr>
      <dsp:spPr>
        <a:xfrm>
          <a:off x="7186651" y="1586615"/>
          <a:ext cx="1527803" cy="4368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defRPr b="1"/>
          </a:pPr>
          <a:r>
            <a:rPr lang="en-US" sz="1400" kern="1200"/>
            <a:t>Results and Analysis</a:t>
          </a:r>
        </a:p>
      </dsp:txBody>
      <dsp:txXfrm>
        <a:off x="7186651" y="1586615"/>
        <a:ext cx="1527803" cy="436856"/>
      </dsp:txXfrm>
    </dsp:sp>
    <dsp:sp modelId="{B507284E-39D3-4C3E-BEF8-1B6077491846}">
      <dsp:nvSpPr>
        <dsp:cNvPr id="0" name=""/>
        <dsp:cNvSpPr/>
      </dsp:nvSpPr>
      <dsp:spPr>
        <a:xfrm>
          <a:off x="7186651" y="2072652"/>
          <a:ext cx="1527803" cy="13325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kern="1200"/>
            <a:t>Pupil Dilation</a:t>
          </a:r>
        </a:p>
        <a:p>
          <a:pPr marL="0" lvl="0" indent="0" algn="ctr" defTabSz="488950">
            <a:lnSpc>
              <a:spcPct val="100000"/>
            </a:lnSpc>
            <a:spcBef>
              <a:spcPct val="0"/>
            </a:spcBef>
            <a:spcAft>
              <a:spcPct val="35000"/>
            </a:spcAft>
            <a:buNone/>
          </a:pPr>
          <a:r>
            <a:rPr lang="en-US" sz="1100" kern="1200"/>
            <a:t>T-Tests</a:t>
          </a:r>
        </a:p>
        <a:p>
          <a:pPr marL="0" lvl="0" indent="0" algn="ctr" defTabSz="488950">
            <a:lnSpc>
              <a:spcPct val="100000"/>
            </a:lnSpc>
            <a:spcBef>
              <a:spcPct val="0"/>
            </a:spcBef>
            <a:spcAft>
              <a:spcPct val="35000"/>
            </a:spcAft>
            <a:buNone/>
          </a:pPr>
          <a:r>
            <a:rPr lang="en-US" sz="1100" kern="1200"/>
            <a:t>Cognitive load</a:t>
          </a:r>
        </a:p>
        <a:p>
          <a:pPr marL="0" lvl="0" indent="0" algn="ctr" defTabSz="488950">
            <a:lnSpc>
              <a:spcPct val="100000"/>
            </a:lnSpc>
            <a:spcBef>
              <a:spcPct val="0"/>
            </a:spcBef>
            <a:spcAft>
              <a:spcPct val="35000"/>
            </a:spcAft>
            <a:buNone/>
          </a:pPr>
          <a:r>
            <a:rPr lang="en-US" sz="1100" kern="1200"/>
            <a:t>Response Accuracy</a:t>
          </a:r>
        </a:p>
        <a:p>
          <a:pPr marL="0" lvl="0" indent="0" algn="ctr" defTabSz="488950">
            <a:lnSpc>
              <a:spcPct val="100000"/>
            </a:lnSpc>
            <a:spcBef>
              <a:spcPct val="0"/>
            </a:spcBef>
            <a:spcAft>
              <a:spcPct val="35000"/>
            </a:spcAft>
            <a:buNone/>
          </a:pPr>
          <a:r>
            <a:rPr lang="en-US" sz="1100" kern="1200"/>
            <a:t>Gaze Distribution</a:t>
          </a:r>
        </a:p>
        <a:p>
          <a:pPr marL="0" lvl="0" indent="0" algn="ctr" defTabSz="488950">
            <a:lnSpc>
              <a:spcPct val="100000"/>
            </a:lnSpc>
            <a:spcBef>
              <a:spcPct val="0"/>
            </a:spcBef>
            <a:spcAft>
              <a:spcPct val="35000"/>
            </a:spcAft>
            <a:buNone/>
          </a:pPr>
          <a:r>
            <a:rPr lang="en-US" sz="1100" kern="1200"/>
            <a:t>Qualitative Feedback</a:t>
          </a:r>
        </a:p>
      </dsp:txBody>
      <dsp:txXfrm>
        <a:off x="7186651" y="2072652"/>
        <a:ext cx="1527803" cy="1332540"/>
      </dsp:txXfrm>
    </dsp:sp>
    <dsp:sp modelId="{191BA8A2-4AB9-41BC-987E-BEC73E437D1E}">
      <dsp:nvSpPr>
        <dsp:cNvPr id="0" name=""/>
        <dsp:cNvSpPr/>
      </dsp:nvSpPr>
      <dsp:spPr>
        <a:xfrm>
          <a:off x="9478356" y="946145"/>
          <a:ext cx="534731" cy="534731"/>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AA8CC57-5308-44C8-B009-DDA489D18DBA}">
      <dsp:nvSpPr>
        <dsp:cNvPr id="0" name=""/>
        <dsp:cNvSpPr/>
      </dsp:nvSpPr>
      <dsp:spPr>
        <a:xfrm>
          <a:off x="8981820" y="1586615"/>
          <a:ext cx="1527803" cy="4368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defRPr b="1"/>
          </a:pPr>
          <a:r>
            <a:rPr lang="en-US" sz="1400" kern="1200"/>
            <a:t>Conclusion</a:t>
          </a:r>
        </a:p>
      </dsp:txBody>
      <dsp:txXfrm>
        <a:off x="8981820" y="1586615"/>
        <a:ext cx="1527803" cy="436856"/>
      </dsp:txXfrm>
    </dsp:sp>
    <dsp:sp modelId="{9780F4AB-76B0-44FC-B265-932E9566031D}">
      <dsp:nvSpPr>
        <dsp:cNvPr id="0" name=""/>
        <dsp:cNvSpPr/>
      </dsp:nvSpPr>
      <dsp:spPr>
        <a:xfrm>
          <a:off x="8981820" y="2072652"/>
          <a:ext cx="1527803" cy="1332540"/>
        </a:xfrm>
        <a:prstGeom prst="rect">
          <a:avLst/>
        </a:prstGeom>
        <a:noFill/>
        <a:ln>
          <a:noFill/>
        </a:ln>
        <a:effectLst/>
      </dsp:spPr>
      <dsp:style>
        <a:lnRef idx="0">
          <a:scrgbClr r="0" g="0" b="0"/>
        </a:lnRef>
        <a:fillRef idx="0">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8603DE5-2687-9F4B-B54D-81D03CFC0F73}" type="datetimeFigureOut">
              <a:rPr lang="en-US" smtClean="0"/>
              <a:t>5/17/24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54CA010-85AD-114D-94FC-A0006DA71725}" type="slidenum">
              <a:rPr lang="en-US" smtClean="0"/>
              <a:t>‹#›</a:t>
            </a:fld>
            <a:endParaRPr lang="en-US"/>
          </a:p>
        </p:txBody>
      </p:sp>
    </p:spTree>
    <p:extLst>
      <p:ext uri="{BB962C8B-B14F-4D97-AF65-F5344CB8AC3E}">
        <p14:creationId xmlns:p14="http://schemas.microsoft.com/office/powerpoint/2010/main" val="28290269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54CA010-85AD-114D-94FC-A0006DA71725}" type="slidenum">
              <a:rPr lang="en-US" smtClean="0"/>
              <a:t>3</a:t>
            </a:fld>
            <a:endParaRPr lang="en-US"/>
          </a:p>
        </p:txBody>
      </p:sp>
    </p:spTree>
    <p:extLst>
      <p:ext uri="{BB962C8B-B14F-4D97-AF65-F5344CB8AC3E}">
        <p14:creationId xmlns:p14="http://schemas.microsoft.com/office/powerpoint/2010/main" val="27366062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Middle eastern 19</a:t>
            </a:r>
            <a:r>
              <a:rPr lang="en-US" baseline="30000" dirty="0"/>
              <a:t>th</a:t>
            </a:r>
            <a:r>
              <a:rPr lang="en-US" dirty="0"/>
              <a:t> century – exposed to various media and cultural norms – stereotypical gender roles - oppressed or sexualized entities</a:t>
            </a:r>
          </a:p>
        </p:txBody>
      </p:sp>
      <p:sp>
        <p:nvSpPr>
          <p:cNvPr id="4" name="Slide Number Placeholder 3"/>
          <p:cNvSpPr>
            <a:spLocks noGrp="1"/>
          </p:cNvSpPr>
          <p:nvPr>
            <p:ph type="sldNum" sz="quarter" idx="5"/>
          </p:nvPr>
        </p:nvSpPr>
        <p:spPr/>
        <p:txBody>
          <a:bodyPr/>
          <a:lstStyle/>
          <a:p>
            <a:fld id="{F54CA010-85AD-114D-94FC-A0006DA71725}" type="slidenum">
              <a:rPr lang="en-US" smtClean="0"/>
              <a:t>6</a:t>
            </a:fld>
            <a:endParaRPr lang="en-US"/>
          </a:p>
        </p:txBody>
      </p:sp>
    </p:spTree>
    <p:extLst>
      <p:ext uri="{BB962C8B-B14F-4D97-AF65-F5344CB8AC3E}">
        <p14:creationId xmlns:p14="http://schemas.microsoft.com/office/powerpoint/2010/main" val="22615475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0D0D0D"/>
                </a:solidFill>
                <a:effectLst/>
                <a:highlight>
                  <a:srgbClr val="F4F4F4"/>
                </a:highlight>
                <a:latin typeface="Söhne"/>
              </a:rPr>
              <a:t>Alienware- Intel i9 process - 16.0" QHD+ (2560 x 1600) 240Hz 3ms</a:t>
            </a:r>
            <a:endParaRPr lang="en-US" dirty="0"/>
          </a:p>
        </p:txBody>
      </p:sp>
      <p:sp>
        <p:nvSpPr>
          <p:cNvPr id="4" name="Slide Number Placeholder 3"/>
          <p:cNvSpPr>
            <a:spLocks noGrp="1"/>
          </p:cNvSpPr>
          <p:nvPr>
            <p:ph type="sldNum" sz="quarter" idx="5"/>
          </p:nvPr>
        </p:nvSpPr>
        <p:spPr/>
        <p:txBody>
          <a:bodyPr/>
          <a:lstStyle/>
          <a:p>
            <a:fld id="{F54CA010-85AD-114D-94FC-A0006DA71725}" type="slidenum">
              <a:rPr lang="en-US" smtClean="0"/>
              <a:t>9</a:t>
            </a:fld>
            <a:endParaRPr lang="en-US"/>
          </a:p>
        </p:txBody>
      </p:sp>
    </p:spTree>
    <p:extLst>
      <p:ext uri="{BB962C8B-B14F-4D97-AF65-F5344CB8AC3E}">
        <p14:creationId xmlns:p14="http://schemas.microsoft.com/office/powerpoint/2010/main" val="7774825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54CA010-85AD-114D-94FC-A0006DA71725}" type="slidenum">
              <a:rPr lang="en-US" smtClean="0"/>
              <a:t>11</a:t>
            </a:fld>
            <a:endParaRPr lang="en-US"/>
          </a:p>
        </p:txBody>
      </p:sp>
    </p:spTree>
    <p:extLst>
      <p:ext uri="{BB962C8B-B14F-4D97-AF65-F5344CB8AC3E}">
        <p14:creationId xmlns:p14="http://schemas.microsoft.com/office/powerpoint/2010/main" val="20564342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Num of trials</a:t>
            </a:r>
          </a:p>
        </p:txBody>
      </p:sp>
      <p:sp>
        <p:nvSpPr>
          <p:cNvPr id="4" name="Slide Number Placeholder 3"/>
          <p:cNvSpPr>
            <a:spLocks noGrp="1"/>
          </p:cNvSpPr>
          <p:nvPr>
            <p:ph type="sldNum" sz="quarter" idx="5"/>
          </p:nvPr>
        </p:nvSpPr>
        <p:spPr/>
        <p:txBody>
          <a:bodyPr/>
          <a:lstStyle/>
          <a:p>
            <a:fld id="{F54CA010-85AD-114D-94FC-A0006DA71725}" type="slidenum">
              <a:rPr lang="en-US" smtClean="0"/>
              <a:t>13</a:t>
            </a:fld>
            <a:endParaRPr lang="en-US"/>
          </a:p>
        </p:txBody>
      </p:sp>
    </p:spTree>
    <p:extLst>
      <p:ext uri="{BB962C8B-B14F-4D97-AF65-F5344CB8AC3E}">
        <p14:creationId xmlns:p14="http://schemas.microsoft.com/office/powerpoint/2010/main" val="15584903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Color, time</a:t>
            </a:r>
          </a:p>
        </p:txBody>
      </p:sp>
      <p:sp>
        <p:nvSpPr>
          <p:cNvPr id="4" name="Slide Number Placeholder 3"/>
          <p:cNvSpPr>
            <a:spLocks noGrp="1"/>
          </p:cNvSpPr>
          <p:nvPr>
            <p:ph type="sldNum" sz="quarter" idx="5"/>
          </p:nvPr>
        </p:nvSpPr>
        <p:spPr/>
        <p:txBody>
          <a:bodyPr/>
          <a:lstStyle/>
          <a:p>
            <a:fld id="{F54CA010-85AD-114D-94FC-A0006DA71725}" type="slidenum">
              <a:rPr lang="en-US" smtClean="0"/>
              <a:t>14</a:t>
            </a:fld>
            <a:endParaRPr lang="en-US"/>
          </a:p>
        </p:txBody>
      </p:sp>
    </p:spTree>
    <p:extLst>
      <p:ext uri="{BB962C8B-B14F-4D97-AF65-F5344CB8AC3E}">
        <p14:creationId xmlns:p14="http://schemas.microsoft.com/office/powerpoint/2010/main" val="37442171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413979-A888-0408-7EB6-0AC28BFB44A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6E915B7-8F40-3C51-BF95-65CCC61D8CC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A46CD97-BF43-2EA4-C828-AB8BA9D20E91}"/>
              </a:ext>
            </a:extLst>
          </p:cNvPr>
          <p:cNvSpPr>
            <a:spLocks noGrp="1"/>
          </p:cNvSpPr>
          <p:nvPr>
            <p:ph type="dt" sz="half" idx="10"/>
          </p:nvPr>
        </p:nvSpPr>
        <p:spPr/>
        <p:txBody>
          <a:bodyPr/>
          <a:lstStyle/>
          <a:p>
            <a:fld id="{11A6662E-FAF4-44BC-88B5-85A7CBFB6D30}" type="datetime1">
              <a:rPr lang="en-US" smtClean="0"/>
              <a:pPr/>
              <a:t>5/16/24</a:t>
            </a:fld>
            <a:endParaRPr lang="en-US" dirty="0"/>
          </a:p>
        </p:txBody>
      </p:sp>
      <p:sp>
        <p:nvSpPr>
          <p:cNvPr id="5" name="Footer Placeholder 4">
            <a:extLst>
              <a:ext uri="{FF2B5EF4-FFF2-40B4-BE49-F238E27FC236}">
                <a16:creationId xmlns:a16="http://schemas.microsoft.com/office/drawing/2014/main" id="{85D63D41-5E7B-9AF0-67C2-CB79A62C67A9}"/>
              </a:ext>
            </a:extLst>
          </p:cNvPr>
          <p:cNvSpPr>
            <a:spLocks noGrp="1"/>
          </p:cNvSpPr>
          <p:nvPr>
            <p:ph type="ftr" sz="quarter" idx="11"/>
          </p:nvPr>
        </p:nvSpPr>
        <p:spPr/>
        <p:txBody>
          <a:bodyPr/>
          <a:lstStyle/>
          <a:p>
            <a:endParaRPr lang="en-US">
              <a:solidFill>
                <a:schemeClr val="tx1">
                  <a:alpha val="60000"/>
                </a:schemeClr>
              </a:solidFill>
            </a:endParaRPr>
          </a:p>
        </p:txBody>
      </p:sp>
      <p:sp>
        <p:nvSpPr>
          <p:cNvPr id="6" name="Slide Number Placeholder 5">
            <a:extLst>
              <a:ext uri="{FF2B5EF4-FFF2-40B4-BE49-F238E27FC236}">
                <a16:creationId xmlns:a16="http://schemas.microsoft.com/office/drawing/2014/main" id="{C4DBBC4D-7DDA-DA12-CC8D-EF0451BF1CCD}"/>
              </a:ext>
            </a:extLst>
          </p:cNvPr>
          <p:cNvSpPr>
            <a:spLocks noGrp="1"/>
          </p:cNvSpPr>
          <p:nvPr>
            <p:ph type="sldNum" sz="quarter" idx="12"/>
          </p:nvPr>
        </p:nvSpPr>
        <p:spPr/>
        <p:txBody>
          <a:bodyPr/>
          <a:lstStyle/>
          <a:p>
            <a:fld id="{73B850FF-6169-4056-8077-06FFA93A5366}" type="slidenum">
              <a:rPr lang="en-US" smtClean="0"/>
              <a:pPr/>
              <a:t>‹#›</a:t>
            </a:fld>
            <a:endParaRPr lang="en-US"/>
          </a:p>
        </p:txBody>
      </p:sp>
    </p:spTree>
    <p:extLst>
      <p:ext uri="{BB962C8B-B14F-4D97-AF65-F5344CB8AC3E}">
        <p14:creationId xmlns:p14="http://schemas.microsoft.com/office/powerpoint/2010/main" val="19604704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74FC76-99B6-FD66-CB9E-61676DFF0C5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59F8BC1-BD3A-96E4-CC7F-EA0C39682EA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A7D6665-F1D2-9E5B-774B-D79D75D4043C}"/>
              </a:ext>
            </a:extLst>
          </p:cNvPr>
          <p:cNvSpPr>
            <a:spLocks noGrp="1"/>
          </p:cNvSpPr>
          <p:nvPr>
            <p:ph type="dt" sz="half" idx="10"/>
          </p:nvPr>
        </p:nvSpPr>
        <p:spPr/>
        <p:txBody>
          <a:bodyPr/>
          <a:lstStyle/>
          <a:p>
            <a:fld id="{0055F08A-1E71-4B2B-BB49-E743F2903911}" type="datetime1">
              <a:rPr lang="en-US" smtClean="0"/>
              <a:t>5/16/24</a:t>
            </a:fld>
            <a:endParaRPr lang="en-US" dirty="0"/>
          </a:p>
        </p:txBody>
      </p:sp>
      <p:sp>
        <p:nvSpPr>
          <p:cNvPr id="5" name="Footer Placeholder 4">
            <a:extLst>
              <a:ext uri="{FF2B5EF4-FFF2-40B4-BE49-F238E27FC236}">
                <a16:creationId xmlns:a16="http://schemas.microsoft.com/office/drawing/2014/main" id="{1586C10F-E3A6-747B-B3BF-C9AADA4581F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8FEE7ED-AFA1-7C08-317C-443E391C2BA6}"/>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26478734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FFC56F-12DD-64EB-7C74-B8307DF3124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CC04BD7-CCB3-9124-AA60-1789B747E08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D8EA974-BF4D-C5E3-9AB3-87FF52380A31}"/>
              </a:ext>
            </a:extLst>
          </p:cNvPr>
          <p:cNvSpPr>
            <a:spLocks noGrp="1"/>
          </p:cNvSpPr>
          <p:nvPr>
            <p:ph type="dt" sz="half" idx="10"/>
          </p:nvPr>
        </p:nvSpPr>
        <p:spPr/>
        <p:txBody>
          <a:bodyPr/>
          <a:lstStyle/>
          <a:p>
            <a:fld id="{15417D9E-721A-44BB-8863-9873FE64DA75}" type="datetime1">
              <a:rPr lang="en-US" smtClean="0"/>
              <a:t>5/16/24</a:t>
            </a:fld>
            <a:endParaRPr lang="en-US"/>
          </a:p>
        </p:txBody>
      </p:sp>
      <p:sp>
        <p:nvSpPr>
          <p:cNvPr id="5" name="Footer Placeholder 4">
            <a:extLst>
              <a:ext uri="{FF2B5EF4-FFF2-40B4-BE49-F238E27FC236}">
                <a16:creationId xmlns:a16="http://schemas.microsoft.com/office/drawing/2014/main" id="{47409048-4437-B3B1-8334-3AC64E663C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65F1A26-AB40-9B82-4DE9-6FF0CACD4767}"/>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11756296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95B6C9-6D12-B9BB-E598-9E24C37DE2E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279394F-28DE-7681-F726-84ED66FD44B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191F951-7266-63A8-24A5-A3DDB3FD3C4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34947E7-3289-739F-C73B-7EE54CF70C8F}"/>
              </a:ext>
            </a:extLst>
          </p:cNvPr>
          <p:cNvSpPr>
            <a:spLocks noGrp="1"/>
          </p:cNvSpPr>
          <p:nvPr>
            <p:ph type="dt" sz="half" idx="10"/>
          </p:nvPr>
        </p:nvSpPr>
        <p:spPr/>
        <p:txBody>
          <a:bodyPr/>
          <a:lstStyle/>
          <a:p>
            <a:fld id="{5F31DA2F-80B8-49CF-99FB-5ABCA53A607A}" type="datetime1">
              <a:rPr lang="en-US" smtClean="0"/>
              <a:t>5/16/24</a:t>
            </a:fld>
            <a:endParaRPr lang="en-US"/>
          </a:p>
        </p:txBody>
      </p:sp>
      <p:sp>
        <p:nvSpPr>
          <p:cNvPr id="6" name="Footer Placeholder 5">
            <a:extLst>
              <a:ext uri="{FF2B5EF4-FFF2-40B4-BE49-F238E27FC236}">
                <a16:creationId xmlns:a16="http://schemas.microsoft.com/office/drawing/2014/main" id="{70261F36-CDB9-FA7B-7A6F-89AD42FADC7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CE725DE-6CDA-AC48-9F0A-28B4EA834E39}"/>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37853153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2ABDCD-E225-36E0-DEBA-7F3D71C798A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EB04232-8E46-FF5D-91FF-8B9B76FF1FF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DF7A2B8-9F82-5E92-CC0C-BD3E9C36806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55D3242-C515-516C-C7C1-06ADF53E97E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BF98D01-FC6A-6EB0-10F0-51E623FDFC6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3BEA6C5-1B8D-855A-DA18-CBE1AB261194}"/>
              </a:ext>
            </a:extLst>
          </p:cNvPr>
          <p:cNvSpPr>
            <a:spLocks noGrp="1"/>
          </p:cNvSpPr>
          <p:nvPr>
            <p:ph type="dt" sz="half" idx="10"/>
          </p:nvPr>
        </p:nvSpPr>
        <p:spPr/>
        <p:txBody>
          <a:bodyPr/>
          <a:lstStyle/>
          <a:p>
            <a:fld id="{28852172-E6C9-4B6C-929A-A9DE3837BBF1}" type="datetime1">
              <a:rPr lang="en-US" smtClean="0"/>
              <a:t>5/16/24</a:t>
            </a:fld>
            <a:endParaRPr lang="en-US"/>
          </a:p>
        </p:txBody>
      </p:sp>
      <p:sp>
        <p:nvSpPr>
          <p:cNvPr id="8" name="Footer Placeholder 7">
            <a:extLst>
              <a:ext uri="{FF2B5EF4-FFF2-40B4-BE49-F238E27FC236}">
                <a16:creationId xmlns:a16="http://schemas.microsoft.com/office/drawing/2014/main" id="{9BE514D6-0DBD-1DD1-C53F-81C582D8A73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8DE813C-A60B-6DC4-2778-597F6DF0599F}"/>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5773546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537F9A-764E-7EAA-A2E2-E88A2495DCF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DCD37A0-4A41-96D7-8889-054062C06BF9}"/>
              </a:ext>
            </a:extLst>
          </p:cNvPr>
          <p:cNvSpPr>
            <a:spLocks noGrp="1"/>
          </p:cNvSpPr>
          <p:nvPr>
            <p:ph type="dt" sz="half" idx="10"/>
          </p:nvPr>
        </p:nvSpPr>
        <p:spPr/>
        <p:txBody>
          <a:bodyPr/>
          <a:lstStyle/>
          <a:p>
            <a:fld id="{3AB41CFF-90C9-47B3-9DA1-F2BF8D839F7E}" type="datetime1">
              <a:rPr lang="en-US" smtClean="0"/>
              <a:t>5/16/24</a:t>
            </a:fld>
            <a:endParaRPr lang="en-US"/>
          </a:p>
        </p:txBody>
      </p:sp>
      <p:sp>
        <p:nvSpPr>
          <p:cNvPr id="4" name="Footer Placeholder 3">
            <a:extLst>
              <a:ext uri="{FF2B5EF4-FFF2-40B4-BE49-F238E27FC236}">
                <a16:creationId xmlns:a16="http://schemas.microsoft.com/office/drawing/2014/main" id="{2D1BDB67-B34E-5618-077D-DA7CB25F4EB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45DE0C3-742A-9E83-6F5A-8178AF8C6127}"/>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35174487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2A1D231-2B2A-960B-1394-B7B5BF8E4FE3}"/>
              </a:ext>
            </a:extLst>
          </p:cNvPr>
          <p:cNvSpPr>
            <a:spLocks noGrp="1"/>
          </p:cNvSpPr>
          <p:nvPr>
            <p:ph type="dt" sz="half" idx="10"/>
          </p:nvPr>
        </p:nvSpPr>
        <p:spPr/>
        <p:txBody>
          <a:bodyPr/>
          <a:lstStyle/>
          <a:p>
            <a:fld id="{F06048FA-06AB-4884-A69B-986B96E68A24}" type="datetime1">
              <a:rPr lang="en-US" smtClean="0"/>
              <a:t>5/16/24</a:t>
            </a:fld>
            <a:endParaRPr lang="en-US"/>
          </a:p>
        </p:txBody>
      </p:sp>
      <p:sp>
        <p:nvSpPr>
          <p:cNvPr id="3" name="Footer Placeholder 2">
            <a:extLst>
              <a:ext uri="{FF2B5EF4-FFF2-40B4-BE49-F238E27FC236}">
                <a16:creationId xmlns:a16="http://schemas.microsoft.com/office/drawing/2014/main" id="{E4951570-FA0C-A637-4F1C-BC638B93341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060A82E-89CC-1CE1-29CB-F696C1FE96DF}"/>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36447654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D4FC28-49B3-4357-9079-B8A2289D802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03183E0-8C17-2300-47E6-9C4241CDE60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200AA92-6E40-F18B-A255-ABC9714693E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8163157-F9EE-2B98-AA34-51DB89E5474B}"/>
              </a:ext>
            </a:extLst>
          </p:cNvPr>
          <p:cNvSpPr>
            <a:spLocks noGrp="1"/>
          </p:cNvSpPr>
          <p:nvPr>
            <p:ph type="dt" sz="half" idx="10"/>
          </p:nvPr>
        </p:nvSpPr>
        <p:spPr/>
        <p:txBody>
          <a:bodyPr/>
          <a:lstStyle/>
          <a:p>
            <a:fld id="{50DB7ABA-0172-4F9C-889D-567164F66BCD}" type="datetime1">
              <a:rPr lang="en-US" smtClean="0"/>
              <a:t>5/16/24</a:t>
            </a:fld>
            <a:endParaRPr lang="en-US"/>
          </a:p>
        </p:txBody>
      </p:sp>
      <p:sp>
        <p:nvSpPr>
          <p:cNvPr id="6" name="Footer Placeholder 5">
            <a:extLst>
              <a:ext uri="{FF2B5EF4-FFF2-40B4-BE49-F238E27FC236}">
                <a16:creationId xmlns:a16="http://schemas.microsoft.com/office/drawing/2014/main" id="{C2816267-F2CF-C7E4-8BD2-FEBE9FC3F64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41112D1-B19C-D2A3-A084-F6BE45F0A8F1}"/>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27160795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3E5B06-D13F-FF07-9946-C728776BF6C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5B31FEF-0E46-C456-A961-D04DEC9011A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9472258-56CC-7686-CBD0-0B38058866A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8BFB34B-D2C6-2BB5-E25A-D7CC49E6DF2D}"/>
              </a:ext>
            </a:extLst>
          </p:cNvPr>
          <p:cNvSpPr>
            <a:spLocks noGrp="1"/>
          </p:cNvSpPr>
          <p:nvPr>
            <p:ph type="dt" sz="half" idx="10"/>
          </p:nvPr>
        </p:nvSpPr>
        <p:spPr/>
        <p:txBody>
          <a:bodyPr/>
          <a:lstStyle/>
          <a:p>
            <a:fld id="{78AC6A5B-8AE7-4A41-B5A7-9ADC6686DC18}" type="datetime1">
              <a:rPr lang="en-US" smtClean="0"/>
              <a:t>5/16/24</a:t>
            </a:fld>
            <a:endParaRPr lang="en-US"/>
          </a:p>
        </p:txBody>
      </p:sp>
      <p:sp>
        <p:nvSpPr>
          <p:cNvPr id="6" name="Footer Placeholder 5">
            <a:extLst>
              <a:ext uri="{FF2B5EF4-FFF2-40B4-BE49-F238E27FC236}">
                <a16:creationId xmlns:a16="http://schemas.microsoft.com/office/drawing/2014/main" id="{BC3C075A-022F-8D48-B4A1-BF39485CA84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6D57414-32B6-07A1-812D-47761F8AF71E}"/>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1406695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E821C0-F40F-AB63-90B8-A1D9DD66F8A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95260D3-AE86-0B43-42FB-88530937D83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A3A542E-E770-F697-67C6-DA61480F6E21}"/>
              </a:ext>
            </a:extLst>
          </p:cNvPr>
          <p:cNvSpPr>
            <a:spLocks noGrp="1"/>
          </p:cNvSpPr>
          <p:nvPr>
            <p:ph type="dt" sz="half" idx="10"/>
          </p:nvPr>
        </p:nvSpPr>
        <p:spPr/>
        <p:txBody>
          <a:bodyPr/>
          <a:lstStyle/>
          <a:p>
            <a:fld id="{4C559632-1575-4E14-B53B-3DC3D5ED3947}" type="datetime1">
              <a:rPr lang="en-US" smtClean="0"/>
              <a:t>5/16/24</a:t>
            </a:fld>
            <a:endParaRPr lang="en-US"/>
          </a:p>
        </p:txBody>
      </p:sp>
      <p:sp>
        <p:nvSpPr>
          <p:cNvPr id="5" name="Footer Placeholder 4">
            <a:extLst>
              <a:ext uri="{FF2B5EF4-FFF2-40B4-BE49-F238E27FC236}">
                <a16:creationId xmlns:a16="http://schemas.microsoft.com/office/drawing/2014/main" id="{F720B005-5E0F-DE48-F747-1AE4BFF1802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6D45E38-C25D-8431-CF87-328AEBA728B5}"/>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31376953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CAF47F6-56A9-C000-E3A0-03F091D9396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4B853F4-FC9B-212F-A7EB-5A4DCD569C5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3A17319-6A95-B6D1-DE65-BA182478EA01}"/>
              </a:ext>
            </a:extLst>
          </p:cNvPr>
          <p:cNvSpPr>
            <a:spLocks noGrp="1"/>
          </p:cNvSpPr>
          <p:nvPr>
            <p:ph type="dt" sz="half" idx="10"/>
          </p:nvPr>
        </p:nvSpPr>
        <p:spPr/>
        <p:txBody>
          <a:bodyPr/>
          <a:lstStyle/>
          <a:p>
            <a:fld id="{CC4A6868-2568-4CC9-B302-F37117B01A6E}" type="datetime1">
              <a:rPr lang="en-US" smtClean="0"/>
              <a:t>5/16/24</a:t>
            </a:fld>
            <a:endParaRPr lang="en-US"/>
          </a:p>
        </p:txBody>
      </p:sp>
      <p:sp>
        <p:nvSpPr>
          <p:cNvPr id="5" name="Footer Placeholder 4">
            <a:extLst>
              <a:ext uri="{FF2B5EF4-FFF2-40B4-BE49-F238E27FC236}">
                <a16:creationId xmlns:a16="http://schemas.microsoft.com/office/drawing/2014/main" id="{9C007BE5-FAFC-1A36-DC30-DEC639B310A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4B991FE-DDCE-6691-2D93-31147955B274}"/>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26071030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1EC96B5-687D-6442-FBDF-B2C9158460E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22D8402-0F69-FB0A-FE5E-2EBD47751B9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80C284B-40DE-5157-B788-F64AC8A0B61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7E0CF6C-748E-4B7A-BC8B-3011EF78ED13}" type="datetime1">
              <a:rPr lang="en-US" smtClean="0"/>
              <a:pPr/>
              <a:t>5/16/24</a:t>
            </a:fld>
            <a:endParaRPr lang="en-US" dirty="0"/>
          </a:p>
        </p:txBody>
      </p:sp>
      <p:sp>
        <p:nvSpPr>
          <p:cNvPr id="5" name="Footer Placeholder 4">
            <a:extLst>
              <a:ext uri="{FF2B5EF4-FFF2-40B4-BE49-F238E27FC236}">
                <a16:creationId xmlns:a16="http://schemas.microsoft.com/office/drawing/2014/main" id="{48D10AFC-77D8-3D4F-B346-2C128D79F29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solidFill>
                <a:schemeClr val="tx1">
                  <a:alpha val="60000"/>
                </a:schemeClr>
              </a:solidFill>
            </a:endParaRPr>
          </a:p>
        </p:txBody>
      </p:sp>
      <p:sp>
        <p:nvSpPr>
          <p:cNvPr id="6" name="Slide Number Placeholder 5">
            <a:extLst>
              <a:ext uri="{FF2B5EF4-FFF2-40B4-BE49-F238E27FC236}">
                <a16:creationId xmlns:a16="http://schemas.microsoft.com/office/drawing/2014/main" id="{532DC392-4190-1D7A-0144-CD925ED0F85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3B850FF-6169-4056-8077-06FFA93A5366}" type="slidenum">
              <a:rPr lang="en-US" smtClean="0"/>
              <a:pPr/>
              <a:t>‹#›</a:t>
            </a:fld>
            <a:endParaRPr lang="en-US" dirty="0"/>
          </a:p>
        </p:txBody>
      </p:sp>
    </p:spTree>
    <p:extLst>
      <p:ext uri="{BB962C8B-B14F-4D97-AF65-F5344CB8AC3E}">
        <p14:creationId xmlns:p14="http://schemas.microsoft.com/office/powerpoint/2010/main" val="1590464731"/>
      </p:ext>
    </p:extLst>
  </p:cSld>
  <p:clrMap bg1="lt1" tx1="dk1" bg2="lt2" tx2="dk2" accent1="accent1" accent2="accent2" accent3="accent3" accent4="accent4" accent5="accent5" accent6="accent6" hlink="hlink" folHlink="folHlink"/>
  <p:sldLayoutIdLst>
    <p:sldLayoutId id="2147483777" r:id="rId1"/>
    <p:sldLayoutId id="2147483778" r:id="rId2"/>
    <p:sldLayoutId id="2147483779" r:id="rId3"/>
    <p:sldLayoutId id="2147483780" r:id="rId4"/>
    <p:sldLayoutId id="2147483781" r:id="rId5"/>
    <p:sldLayoutId id="2147483782" r:id="rId6"/>
    <p:sldLayoutId id="2147483783" r:id="rId7"/>
    <p:sldLayoutId id="2147483784" r:id="rId8"/>
    <p:sldLayoutId id="2147483785" r:id="rId9"/>
    <p:sldLayoutId id="2147483786" r:id="rId10"/>
    <p:sldLayoutId id="2147483787"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microsoft.com/office/2007/relationships/hdphoto" Target="../media/hdphoto1.wdp"/></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jpeg"/><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jpeg"/><Relationship Id="rId4" Type="http://schemas.openxmlformats.org/officeDocument/2006/relationships/image" Target="../media/image20.jpeg"/></Relationships>
</file>

<file path=ppt/slides/_rels/slide9.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4.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26.png"/></Relationships>
</file>

<file path=ppt/slides/_rels/slide1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1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2.jp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33.jpg"/></Relationships>
</file>

<file path=ppt/slides/_rels/slide15.xml.rels><?xml version="1.0" encoding="UTF-8" standalone="yes"?>
<Relationships xmlns="http://schemas.openxmlformats.org/package/2006/relationships"><Relationship Id="rId3" Type="http://schemas.openxmlformats.org/officeDocument/2006/relationships/image" Target="../media/image35.jp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9.svg"/><Relationship Id="rId2" Type="http://schemas.openxmlformats.org/officeDocument/2006/relationships/image" Target="../media/image38.png"/><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18.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 Id="rId4" Type="http://schemas.openxmlformats.org/officeDocument/2006/relationships/image" Target="../media/image4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2.xml"/><Relationship Id="rId4" Type="http://schemas.openxmlformats.org/officeDocument/2006/relationships/image" Target="../media/image50.png"/></Relationships>
</file>

<file path=ppt/slides/_rels/slide25.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2.xml"/><Relationship Id="rId4" Type="http://schemas.openxmlformats.org/officeDocument/2006/relationships/image" Target="../media/image54.png"/></Relationships>
</file>

<file path=ppt/slides/_rels/slide27.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5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9" name="Rectangle 58">
            <a:extLst>
              <a:ext uri="{FF2B5EF4-FFF2-40B4-BE49-F238E27FC236}">
                <a16:creationId xmlns:a16="http://schemas.microsoft.com/office/drawing/2014/main" id="{3AC75B1D-4749-49A1-8553-FD296DD7CC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Rectangle 60">
            <a:extLst>
              <a:ext uri="{FF2B5EF4-FFF2-40B4-BE49-F238E27FC236}">
                <a16:creationId xmlns:a16="http://schemas.microsoft.com/office/drawing/2014/main" id="{9A8ECCF6-3858-46C9-8F9F-C06506CC3F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71601" y="1371600"/>
            <a:ext cx="9486899" cy="4114800"/>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9574C67E-B45E-9A18-89C8-FCFBBB6B3D70}"/>
              </a:ext>
            </a:extLst>
          </p:cNvPr>
          <p:cNvSpPr txBox="1">
            <a:spLocks/>
          </p:cNvSpPr>
          <p:nvPr/>
        </p:nvSpPr>
        <p:spPr>
          <a:xfrm>
            <a:off x="2659529" y="2085788"/>
            <a:ext cx="6884895" cy="1496649"/>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Aft>
                <a:spcPts val="600"/>
              </a:spcAft>
            </a:pPr>
            <a:r>
              <a:rPr lang="en-US" sz="3200" kern="1200" dirty="0">
                <a:solidFill>
                  <a:srgbClr val="595959"/>
                </a:solidFill>
                <a:latin typeface="+mj-lt"/>
                <a:ea typeface="+mj-ea"/>
                <a:cs typeface="+mj-cs"/>
              </a:rPr>
              <a:t>Unveiling Gender Bias: </a:t>
            </a:r>
            <a:br>
              <a:rPr lang="en-US" sz="3200" kern="1200" dirty="0">
                <a:solidFill>
                  <a:srgbClr val="595959"/>
                </a:solidFill>
                <a:latin typeface="+mj-lt"/>
                <a:ea typeface="+mj-ea"/>
                <a:cs typeface="+mj-cs"/>
              </a:rPr>
            </a:br>
            <a:r>
              <a:rPr lang="en-US" sz="3200" kern="1200" dirty="0">
                <a:solidFill>
                  <a:srgbClr val="595959"/>
                </a:solidFill>
                <a:latin typeface="+mj-lt"/>
                <a:ea typeface="+mj-ea"/>
                <a:cs typeface="+mj-cs"/>
              </a:rPr>
              <a:t>An Eye-Tracking Analysis of Scene Perception</a:t>
            </a:r>
          </a:p>
        </p:txBody>
      </p:sp>
      <p:sp>
        <p:nvSpPr>
          <p:cNvPr id="5" name="Subtitle 2">
            <a:extLst>
              <a:ext uri="{FF2B5EF4-FFF2-40B4-BE49-F238E27FC236}">
                <a16:creationId xmlns:a16="http://schemas.microsoft.com/office/drawing/2014/main" id="{9DCC4F66-48A6-6FB2-23B6-219D31AC87AC}"/>
              </a:ext>
            </a:extLst>
          </p:cNvPr>
          <p:cNvSpPr txBox="1">
            <a:spLocks/>
          </p:cNvSpPr>
          <p:nvPr/>
        </p:nvSpPr>
        <p:spPr>
          <a:xfrm>
            <a:off x="3048000" y="3948056"/>
            <a:ext cx="6096000" cy="830134"/>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400" kern="1200">
                <a:solidFill>
                  <a:srgbClr val="595959"/>
                </a:solidFill>
                <a:latin typeface="+mn-lt"/>
                <a:ea typeface="+mn-ea"/>
                <a:cs typeface="+mn-cs"/>
              </a:rPr>
              <a:t>Naga Srija Gopisetty</a:t>
            </a:r>
          </a:p>
        </p:txBody>
      </p:sp>
    </p:spTree>
    <p:extLst>
      <p:ext uri="{BB962C8B-B14F-4D97-AF65-F5344CB8AC3E}">
        <p14:creationId xmlns:p14="http://schemas.microsoft.com/office/powerpoint/2010/main" val="23679572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CF68AB-A441-CFA4-ED73-5F4BAD8CFD52}"/>
              </a:ext>
            </a:extLst>
          </p:cNvPr>
          <p:cNvSpPr>
            <a:spLocks noGrp="1"/>
          </p:cNvSpPr>
          <p:nvPr>
            <p:ph type="title"/>
          </p:nvPr>
        </p:nvSpPr>
        <p:spPr/>
        <p:txBody>
          <a:bodyPr/>
          <a:lstStyle/>
          <a:p>
            <a:r>
              <a:rPr lang="en-US" dirty="0"/>
              <a:t>Contents</a:t>
            </a:r>
          </a:p>
        </p:txBody>
      </p:sp>
      <p:graphicFrame>
        <p:nvGraphicFramePr>
          <p:cNvPr id="5" name="Content Placeholder 2">
            <a:extLst>
              <a:ext uri="{FF2B5EF4-FFF2-40B4-BE49-F238E27FC236}">
                <a16:creationId xmlns:a16="http://schemas.microsoft.com/office/drawing/2014/main" id="{FEFBEDF6-7BDF-C9FA-70B3-CD1D6CA5376A}"/>
              </a:ext>
            </a:extLst>
          </p:cNvPr>
          <p:cNvGraphicFramePr>
            <a:graphicFrameLocks noGrp="1"/>
          </p:cNvGraphicFramePr>
          <p:nvPr>
            <p:ph idx="1"/>
            <p:extLst>
              <p:ext uri="{D42A27DB-BD31-4B8C-83A1-F6EECF244321}">
                <p14:modId xmlns:p14="http://schemas.microsoft.com/office/powerpoint/2010/main" val="1591783887"/>
              </p:ext>
            </p:extLst>
          </p:nvPr>
        </p:nvGraphicFramePr>
        <p:xfrm>
          <a:off x="838200" y="160845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21414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9"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Close up of an eye with lines and dots&#10;&#10;Description automatically generated">
            <a:extLst>
              <a:ext uri="{FF2B5EF4-FFF2-40B4-BE49-F238E27FC236}">
                <a16:creationId xmlns:a16="http://schemas.microsoft.com/office/drawing/2014/main" id="{09D69C1E-7CC4-C14B-BDE1-F4E87F5CA0AE}"/>
              </a:ext>
            </a:extLst>
          </p:cNvPr>
          <p:cNvPicPr>
            <a:picLocks noChangeAspect="1"/>
          </p:cNvPicPr>
          <p:nvPr/>
        </p:nvPicPr>
        <p:blipFill rotWithShape="1">
          <a:blip r:embed="rId3">
            <a:alphaModFix amt="50000"/>
            <a:extLst>
              <a:ext uri="{BEBA8EAE-BF5A-486C-A8C5-ECC9F3942E4B}">
                <a14:imgProps xmlns:a14="http://schemas.microsoft.com/office/drawing/2010/main">
                  <a14:imgLayer r:embed="rId4">
                    <a14:imgEffect>
                      <a14:saturation sat="65000"/>
                    </a14:imgEffect>
                  </a14:imgLayer>
                </a14:imgProps>
              </a:ext>
            </a:extLst>
          </a:blip>
          <a:srcRect l="18494" r="14180" b="1"/>
          <a:stretch/>
        </p:blipFill>
        <p:spPr>
          <a:xfrm>
            <a:off x="2522356" y="10"/>
            <a:ext cx="9669642" cy="6857990"/>
          </a:xfrm>
          <a:prstGeom prst="rect">
            <a:avLst/>
          </a:prstGeom>
        </p:spPr>
      </p:pic>
      <p:sp>
        <p:nvSpPr>
          <p:cNvPr id="17" name="Rectangle 16">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7390263"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itle 1">
            <a:extLst>
              <a:ext uri="{FF2B5EF4-FFF2-40B4-BE49-F238E27FC236}">
                <a16:creationId xmlns:a16="http://schemas.microsoft.com/office/drawing/2014/main" id="{9AB91765-37E3-7DD3-4C04-F39FC49EB47E}"/>
              </a:ext>
            </a:extLst>
          </p:cNvPr>
          <p:cNvSpPr>
            <a:spLocks noGrp="1"/>
          </p:cNvSpPr>
          <p:nvPr>
            <p:ph type="title"/>
          </p:nvPr>
        </p:nvSpPr>
        <p:spPr>
          <a:xfrm>
            <a:off x="838200" y="365125"/>
            <a:ext cx="10515600" cy="1325563"/>
          </a:xfrm>
        </p:spPr>
        <p:txBody>
          <a:bodyPr/>
          <a:lstStyle/>
          <a:p>
            <a:r>
              <a:rPr lang="en-US" dirty="0"/>
              <a:t>Problem Statement</a:t>
            </a:r>
          </a:p>
        </p:txBody>
      </p:sp>
      <p:sp>
        <p:nvSpPr>
          <p:cNvPr id="10" name="Content Placeholder 2">
            <a:extLst>
              <a:ext uri="{FF2B5EF4-FFF2-40B4-BE49-F238E27FC236}">
                <a16:creationId xmlns:a16="http://schemas.microsoft.com/office/drawing/2014/main" id="{093E6CB1-D0F5-0D40-384D-232357F827D0}"/>
              </a:ext>
            </a:extLst>
          </p:cNvPr>
          <p:cNvSpPr>
            <a:spLocks noGrp="1"/>
          </p:cNvSpPr>
          <p:nvPr>
            <p:ph idx="1"/>
          </p:nvPr>
        </p:nvSpPr>
        <p:spPr>
          <a:xfrm>
            <a:off x="838200" y="1825625"/>
            <a:ext cx="10515600" cy="4351338"/>
          </a:xfrm>
        </p:spPr>
        <p:txBody>
          <a:bodyPr>
            <a:normAutofit/>
          </a:bodyPr>
          <a:lstStyle/>
          <a:p>
            <a:pPr algn="l">
              <a:buFont typeface="+mj-lt"/>
              <a:buAutoNum type="arabicPeriod"/>
            </a:pPr>
            <a:r>
              <a:rPr lang="en-US" sz="2000" b="1" i="0" dirty="0">
                <a:solidFill>
                  <a:srgbClr val="0D0D0D"/>
                </a:solidFill>
                <a:effectLst/>
                <a:highlight>
                  <a:srgbClr val="FFFFFF"/>
                </a:highlight>
                <a:latin typeface="Söhne"/>
              </a:rPr>
              <a:t>Persistent Gender Bias:</a:t>
            </a:r>
            <a:r>
              <a:rPr lang="en-US" sz="2000" i="0" dirty="0">
                <a:solidFill>
                  <a:srgbClr val="0D0D0D"/>
                </a:solidFill>
                <a:effectLst/>
                <a:highlight>
                  <a:srgbClr val="FFFFFF"/>
                </a:highlight>
                <a:latin typeface="Söhne"/>
              </a:rPr>
              <a:t> Despite efforts to address gender disparities, biases continue to influence attitudes and actions, subtly impacting scene perception and decision-making.</a:t>
            </a:r>
          </a:p>
          <a:p>
            <a:pPr algn="l">
              <a:buFont typeface="+mj-lt"/>
              <a:buAutoNum type="arabicPeriod"/>
            </a:pPr>
            <a:r>
              <a:rPr lang="en-US" sz="2000" b="1" i="0" dirty="0">
                <a:solidFill>
                  <a:srgbClr val="0D0D0D"/>
                </a:solidFill>
                <a:effectLst/>
                <a:highlight>
                  <a:srgbClr val="FFFFFF"/>
                </a:highlight>
                <a:latin typeface="Söhne"/>
              </a:rPr>
              <a:t>Complex Cognitive Processes: </a:t>
            </a:r>
            <a:r>
              <a:rPr lang="en-US" sz="2000" i="0" dirty="0">
                <a:solidFill>
                  <a:srgbClr val="0D0D0D"/>
                </a:solidFill>
                <a:effectLst/>
                <a:highlight>
                  <a:srgbClr val="FFFFFF"/>
                </a:highlight>
                <a:latin typeface="Söhne"/>
              </a:rPr>
              <a:t>The relationship between gender bias and cognitive processing, as indicated by physiological responses such as pupil dilation, remains underexplored.</a:t>
            </a:r>
          </a:p>
          <a:p>
            <a:pPr algn="l">
              <a:buFont typeface="+mj-lt"/>
              <a:buAutoNum type="arabicPeriod"/>
            </a:pPr>
            <a:r>
              <a:rPr lang="en-US" sz="2000" b="1" i="0" dirty="0">
                <a:solidFill>
                  <a:srgbClr val="0D0D0D"/>
                </a:solidFill>
                <a:effectLst/>
                <a:highlight>
                  <a:srgbClr val="FFFFFF"/>
                </a:highlight>
                <a:latin typeface="Söhne"/>
              </a:rPr>
              <a:t>Technological Integration: </a:t>
            </a:r>
            <a:r>
              <a:rPr lang="en-US" sz="2000" i="0" dirty="0">
                <a:solidFill>
                  <a:srgbClr val="0D0D0D"/>
                </a:solidFill>
                <a:effectLst/>
                <a:highlight>
                  <a:srgbClr val="FFFFFF"/>
                </a:highlight>
                <a:latin typeface="Söhne"/>
              </a:rPr>
              <a:t>Utilizing cutting-edge eye-tracking technology to monitor visual attention and cognitive load can provide deeper insights into how gender bias affects scene perception.</a:t>
            </a:r>
          </a:p>
          <a:p>
            <a:pPr algn="l">
              <a:buFont typeface="+mj-lt"/>
              <a:buAutoNum type="arabicPeriod"/>
            </a:pPr>
            <a:r>
              <a:rPr lang="en-US" sz="2000" b="1" i="0" dirty="0">
                <a:solidFill>
                  <a:srgbClr val="0D0D0D"/>
                </a:solidFill>
                <a:effectLst/>
                <a:highlight>
                  <a:srgbClr val="FFFFFF"/>
                </a:highlight>
                <a:latin typeface="Söhne"/>
              </a:rPr>
              <a:t>Experimental Investigation: </a:t>
            </a:r>
            <a:r>
              <a:rPr lang="en-US" sz="2000" i="0" dirty="0">
                <a:solidFill>
                  <a:srgbClr val="0D0D0D"/>
                </a:solidFill>
                <a:effectLst/>
                <a:highlight>
                  <a:srgbClr val="FFFFFF"/>
                </a:highlight>
                <a:latin typeface="Söhne"/>
              </a:rPr>
              <a:t>Analyzing participant responses to gender-related scene modifications through controlled experiments can uncover underlying biases and inform strategies to mitigate their impact.</a:t>
            </a:r>
          </a:p>
        </p:txBody>
      </p:sp>
    </p:spTree>
    <p:extLst>
      <p:ext uri="{BB962C8B-B14F-4D97-AF65-F5344CB8AC3E}">
        <p14:creationId xmlns:p14="http://schemas.microsoft.com/office/powerpoint/2010/main" val="14164545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98DDA986-B6EE-4642-AC60-0490373E69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80B62878-12EF-4E97-A284-47BAFC30DA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9" cy="6858000"/>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6D79188D-1ED5-4705-B8C7-5D6FB7670A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95514" y="685800"/>
            <a:ext cx="10800972"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E392594-BBDD-35E1-D754-CD3EC00C8C9A}"/>
              </a:ext>
            </a:extLst>
          </p:cNvPr>
          <p:cNvSpPr>
            <a:spLocks noGrp="1"/>
          </p:cNvSpPr>
          <p:nvPr>
            <p:ph type="title"/>
          </p:nvPr>
        </p:nvSpPr>
        <p:spPr>
          <a:xfrm>
            <a:off x="1616054" y="1261137"/>
            <a:ext cx="8959893" cy="888360"/>
          </a:xfrm>
        </p:spPr>
        <p:txBody>
          <a:bodyPr anchor="b">
            <a:normAutofit/>
          </a:bodyPr>
          <a:lstStyle/>
          <a:p>
            <a:pPr algn="ctr"/>
            <a:r>
              <a:rPr lang="en-US" b="1" dirty="0">
                <a:solidFill>
                  <a:schemeClr val="tx1">
                    <a:lumMod val="65000"/>
                    <a:lumOff val="35000"/>
                  </a:schemeClr>
                </a:solidFill>
              </a:rPr>
              <a:t>Research Questions</a:t>
            </a:r>
          </a:p>
        </p:txBody>
      </p:sp>
      <p:sp>
        <p:nvSpPr>
          <p:cNvPr id="3" name="Content Placeholder 2">
            <a:extLst>
              <a:ext uri="{FF2B5EF4-FFF2-40B4-BE49-F238E27FC236}">
                <a16:creationId xmlns:a16="http://schemas.microsoft.com/office/drawing/2014/main" id="{91F3B799-DBF3-F837-C57D-C32A9F1562B3}"/>
              </a:ext>
            </a:extLst>
          </p:cNvPr>
          <p:cNvSpPr>
            <a:spLocks noGrp="1"/>
          </p:cNvSpPr>
          <p:nvPr>
            <p:ph idx="1"/>
          </p:nvPr>
        </p:nvSpPr>
        <p:spPr>
          <a:xfrm>
            <a:off x="1616054" y="2427383"/>
            <a:ext cx="8959892" cy="3169482"/>
          </a:xfrm>
        </p:spPr>
        <p:txBody>
          <a:bodyPr anchor="t">
            <a:normAutofit/>
          </a:bodyPr>
          <a:lstStyle/>
          <a:p>
            <a:r>
              <a:rPr lang="en-US" sz="2000" i="0" dirty="0">
                <a:solidFill>
                  <a:schemeClr val="tx1">
                    <a:lumMod val="65000"/>
                    <a:lumOff val="35000"/>
                  </a:schemeClr>
                </a:solidFill>
                <a:effectLst/>
                <a:highlight>
                  <a:srgbClr val="FFFFFF"/>
                </a:highlight>
                <a:latin typeface="Söhne"/>
              </a:rPr>
              <a:t>How does </a:t>
            </a:r>
            <a:r>
              <a:rPr lang="en-US" sz="2000" b="1" i="0" dirty="0">
                <a:solidFill>
                  <a:schemeClr val="tx1">
                    <a:lumMod val="65000"/>
                    <a:lumOff val="35000"/>
                  </a:schemeClr>
                </a:solidFill>
                <a:effectLst/>
                <a:highlight>
                  <a:srgbClr val="FFFFFF"/>
                </a:highlight>
                <a:latin typeface="Söhne"/>
              </a:rPr>
              <a:t>gender bias affect scene perception</a:t>
            </a:r>
            <a:r>
              <a:rPr lang="en-US" sz="2000" i="0" dirty="0">
                <a:solidFill>
                  <a:schemeClr val="tx1">
                    <a:lumMod val="65000"/>
                    <a:lumOff val="35000"/>
                  </a:schemeClr>
                </a:solidFill>
                <a:effectLst/>
                <a:highlight>
                  <a:srgbClr val="FFFFFF"/>
                </a:highlight>
                <a:latin typeface="Söhne"/>
              </a:rPr>
              <a:t> as measured by pupil dilation and eye movements?</a:t>
            </a:r>
          </a:p>
          <a:p>
            <a:r>
              <a:rPr lang="en-US" sz="2000" i="0" dirty="0">
                <a:solidFill>
                  <a:schemeClr val="tx1">
                    <a:lumMod val="65000"/>
                    <a:lumOff val="35000"/>
                  </a:schemeClr>
                </a:solidFill>
                <a:effectLst/>
                <a:highlight>
                  <a:srgbClr val="FFFFFF"/>
                </a:highlight>
                <a:latin typeface="Söhne"/>
              </a:rPr>
              <a:t>What are the </a:t>
            </a:r>
            <a:r>
              <a:rPr lang="en-US" sz="2000" b="1" i="0" dirty="0">
                <a:solidFill>
                  <a:schemeClr val="tx1">
                    <a:lumMod val="65000"/>
                    <a:lumOff val="35000"/>
                  </a:schemeClr>
                </a:solidFill>
                <a:effectLst/>
                <a:highlight>
                  <a:srgbClr val="FFFFFF"/>
                </a:highlight>
                <a:latin typeface="Söhne"/>
              </a:rPr>
              <a:t>patterns of visual attention and cognitive load </a:t>
            </a:r>
            <a:r>
              <a:rPr lang="en-US" sz="2000" i="0" dirty="0">
                <a:solidFill>
                  <a:schemeClr val="tx1">
                    <a:lumMod val="65000"/>
                    <a:lumOff val="35000"/>
                  </a:schemeClr>
                </a:solidFill>
                <a:effectLst/>
                <a:highlight>
                  <a:srgbClr val="FFFFFF"/>
                </a:highlight>
                <a:latin typeface="Söhne"/>
              </a:rPr>
              <a:t>when participants are exposed to gender-related scene modifications?</a:t>
            </a:r>
            <a:endParaRPr lang="en-US" sz="2000" dirty="0">
              <a:solidFill>
                <a:schemeClr val="tx1">
                  <a:lumMod val="65000"/>
                  <a:lumOff val="35000"/>
                </a:schemeClr>
              </a:solidFill>
              <a:highlight>
                <a:srgbClr val="FFFFFF"/>
              </a:highlight>
              <a:latin typeface="Söhne"/>
            </a:endParaRPr>
          </a:p>
          <a:p>
            <a:r>
              <a:rPr lang="en-US" sz="2000" i="0" dirty="0">
                <a:solidFill>
                  <a:schemeClr val="tx1">
                    <a:lumMod val="65000"/>
                    <a:lumOff val="35000"/>
                  </a:schemeClr>
                </a:solidFill>
                <a:effectLst/>
                <a:highlight>
                  <a:srgbClr val="FFFFFF"/>
                </a:highlight>
                <a:latin typeface="Söhne"/>
              </a:rPr>
              <a:t>Are there significant differences in the </a:t>
            </a:r>
            <a:r>
              <a:rPr lang="en-US" sz="2000" b="1" i="0" dirty="0">
                <a:solidFill>
                  <a:schemeClr val="tx1">
                    <a:lumMod val="65000"/>
                    <a:lumOff val="35000"/>
                  </a:schemeClr>
                </a:solidFill>
                <a:effectLst/>
                <a:highlight>
                  <a:srgbClr val="FFFFFF"/>
                </a:highlight>
                <a:latin typeface="Söhne"/>
              </a:rPr>
              <a:t>accuracy</a:t>
            </a:r>
            <a:r>
              <a:rPr lang="en-US" sz="2000" i="0" dirty="0">
                <a:solidFill>
                  <a:schemeClr val="tx1">
                    <a:lumMod val="65000"/>
                    <a:lumOff val="35000"/>
                  </a:schemeClr>
                </a:solidFill>
                <a:effectLst/>
                <a:highlight>
                  <a:srgbClr val="FFFFFF"/>
                </a:highlight>
                <a:latin typeface="Söhne"/>
              </a:rPr>
              <a:t> of identifying image replacements based on gender-related scene changes?</a:t>
            </a:r>
          </a:p>
          <a:p>
            <a:r>
              <a:rPr lang="en-US" sz="2000" i="0" dirty="0">
                <a:solidFill>
                  <a:schemeClr val="tx1">
                    <a:lumMod val="65000"/>
                    <a:lumOff val="35000"/>
                  </a:schemeClr>
                </a:solidFill>
                <a:effectLst/>
                <a:highlight>
                  <a:srgbClr val="FFFFFF"/>
                </a:highlight>
                <a:latin typeface="Söhne"/>
              </a:rPr>
              <a:t>How do different types of gender-related scene modifications impact </a:t>
            </a:r>
            <a:r>
              <a:rPr lang="en-US" sz="2000" b="1" i="0" dirty="0">
                <a:solidFill>
                  <a:schemeClr val="tx1">
                    <a:lumMod val="65000"/>
                    <a:lumOff val="35000"/>
                  </a:schemeClr>
                </a:solidFill>
                <a:effectLst/>
                <a:highlight>
                  <a:srgbClr val="FFFFFF"/>
                </a:highlight>
                <a:latin typeface="Söhne"/>
              </a:rPr>
              <a:t>cognitive processing and emotional responses</a:t>
            </a:r>
            <a:r>
              <a:rPr lang="en-US" sz="2000" i="0" dirty="0">
                <a:solidFill>
                  <a:schemeClr val="tx1">
                    <a:lumMod val="65000"/>
                    <a:lumOff val="35000"/>
                  </a:schemeClr>
                </a:solidFill>
                <a:effectLst/>
                <a:highlight>
                  <a:srgbClr val="FFFFFF"/>
                </a:highlight>
                <a:latin typeface="Söhne"/>
              </a:rPr>
              <a:t>?</a:t>
            </a:r>
            <a:endParaRPr lang="en-US" sz="2000" dirty="0">
              <a:solidFill>
                <a:schemeClr val="tx1">
                  <a:lumMod val="65000"/>
                  <a:lumOff val="35000"/>
                </a:schemeClr>
              </a:solidFill>
            </a:endParaRPr>
          </a:p>
        </p:txBody>
      </p:sp>
    </p:spTree>
    <p:extLst>
      <p:ext uri="{BB962C8B-B14F-4D97-AF65-F5344CB8AC3E}">
        <p14:creationId xmlns:p14="http://schemas.microsoft.com/office/powerpoint/2010/main" val="36529209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69D47016-023F-44BD-981C-50E7A10A66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702D980-7838-9B1A-EC72-2B7CD3BD232F}"/>
              </a:ext>
            </a:extLst>
          </p:cNvPr>
          <p:cNvSpPr>
            <a:spLocks noGrp="1"/>
          </p:cNvSpPr>
          <p:nvPr>
            <p:ph type="title"/>
          </p:nvPr>
        </p:nvSpPr>
        <p:spPr>
          <a:xfrm>
            <a:off x="630936" y="457200"/>
            <a:ext cx="4343400" cy="1929384"/>
          </a:xfrm>
        </p:spPr>
        <p:txBody>
          <a:bodyPr anchor="ctr">
            <a:normAutofit/>
          </a:bodyPr>
          <a:lstStyle/>
          <a:p>
            <a:r>
              <a:rPr lang="en-US" dirty="0"/>
              <a:t>Literature Review</a:t>
            </a:r>
          </a:p>
        </p:txBody>
      </p:sp>
      <p:sp>
        <p:nvSpPr>
          <p:cNvPr id="20" name="sketchy line">
            <a:extLst>
              <a:ext uri="{FF2B5EF4-FFF2-40B4-BE49-F238E27FC236}">
                <a16:creationId xmlns:a16="http://schemas.microsoft.com/office/drawing/2014/main" id="{6D8B37B0-0682-433E-BC8D-498C04ABD9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471415" y="1412748"/>
            <a:ext cx="1554480" cy="18288"/>
          </a:xfrm>
          <a:custGeom>
            <a:avLst/>
            <a:gdLst>
              <a:gd name="connsiteX0" fmla="*/ 0 w 1554480"/>
              <a:gd name="connsiteY0" fmla="*/ 0 h 18288"/>
              <a:gd name="connsiteX1" fmla="*/ 549250 w 1554480"/>
              <a:gd name="connsiteY1" fmla="*/ 0 h 18288"/>
              <a:gd name="connsiteX2" fmla="*/ 1082954 w 1554480"/>
              <a:gd name="connsiteY2" fmla="*/ 0 h 18288"/>
              <a:gd name="connsiteX3" fmla="*/ 1554480 w 1554480"/>
              <a:gd name="connsiteY3" fmla="*/ 0 h 18288"/>
              <a:gd name="connsiteX4" fmla="*/ 1554480 w 1554480"/>
              <a:gd name="connsiteY4" fmla="*/ 18288 h 18288"/>
              <a:gd name="connsiteX5" fmla="*/ 1067410 w 1554480"/>
              <a:gd name="connsiteY5" fmla="*/ 18288 h 18288"/>
              <a:gd name="connsiteX6" fmla="*/ 549250 w 1554480"/>
              <a:gd name="connsiteY6" fmla="*/ 18288 h 18288"/>
              <a:gd name="connsiteX7" fmla="*/ 0 w 1554480"/>
              <a:gd name="connsiteY7" fmla="*/ 18288 h 18288"/>
              <a:gd name="connsiteX8" fmla="*/ 0 w 1554480"/>
              <a:gd name="connsiteY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54480" h="18288" fill="none" extrusionOk="0">
                <a:moveTo>
                  <a:pt x="0" y="0"/>
                </a:moveTo>
                <a:cubicBezTo>
                  <a:pt x="114141" y="-19864"/>
                  <a:pt x="345055" y="-1657"/>
                  <a:pt x="549250" y="0"/>
                </a:cubicBezTo>
                <a:cubicBezTo>
                  <a:pt x="753445" y="1657"/>
                  <a:pt x="862292" y="-5674"/>
                  <a:pt x="1082954" y="0"/>
                </a:cubicBezTo>
                <a:cubicBezTo>
                  <a:pt x="1303616" y="5674"/>
                  <a:pt x="1363530" y="4537"/>
                  <a:pt x="1554480" y="0"/>
                </a:cubicBezTo>
                <a:cubicBezTo>
                  <a:pt x="1554963" y="7176"/>
                  <a:pt x="1553909" y="13682"/>
                  <a:pt x="1554480" y="18288"/>
                </a:cubicBezTo>
                <a:cubicBezTo>
                  <a:pt x="1338847" y="6127"/>
                  <a:pt x="1215066" y="37851"/>
                  <a:pt x="1067410" y="18288"/>
                </a:cubicBezTo>
                <a:cubicBezTo>
                  <a:pt x="919754" y="-1275"/>
                  <a:pt x="800465" y="3080"/>
                  <a:pt x="549250" y="18288"/>
                </a:cubicBezTo>
                <a:cubicBezTo>
                  <a:pt x="298035" y="33496"/>
                  <a:pt x="158868" y="22769"/>
                  <a:pt x="0" y="18288"/>
                </a:cubicBezTo>
                <a:cubicBezTo>
                  <a:pt x="-655" y="13237"/>
                  <a:pt x="709" y="4645"/>
                  <a:pt x="0" y="0"/>
                </a:cubicBezTo>
                <a:close/>
              </a:path>
              <a:path w="1554480" h="18288" stroke="0" extrusionOk="0">
                <a:moveTo>
                  <a:pt x="0" y="0"/>
                </a:moveTo>
                <a:cubicBezTo>
                  <a:pt x="249941" y="-58"/>
                  <a:pt x="367334" y="23448"/>
                  <a:pt x="502615" y="0"/>
                </a:cubicBezTo>
                <a:cubicBezTo>
                  <a:pt x="637897" y="-23448"/>
                  <a:pt x="813653" y="-20418"/>
                  <a:pt x="974141" y="0"/>
                </a:cubicBezTo>
                <a:cubicBezTo>
                  <a:pt x="1134629" y="20418"/>
                  <a:pt x="1268772" y="6288"/>
                  <a:pt x="1554480" y="0"/>
                </a:cubicBezTo>
                <a:cubicBezTo>
                  <a:pt x="1554917" y="7222"/>
                  <a:pt x="1555359" y="13299"/>
                  <a:pt x="1554480" y="18288"/>
                </a:cubicBezTo>
                <a:cubicBezTo>
                  <a:pt x="1336087" y="12172"/>
                  <a:pt x="1310024" y="19759"/>
                  <a:pt x="1067410" y="18288"/>
                </a:cubicBezTo>
                <a:cubicBezTo>
                  <a:pt x="824796" y="16818"/>
                  <a:pt x="787902" y="34647"/>
                  <a:pt x="518160" y="18288"/>
                </a:cubicBezTo>
                <a:cubicBezTo>
                  <a:pt x="248418" y="1930"/>
                  <a:pt x="133160" y="9205"/>
                  <a:pt x="0" y="18288"/>
                </a:cubicBezTo>
                <a:cubicBezTo>
                  <a:pt x="-643" y="9451"/>
                  <a:pt x="-340" y="711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55FBAB89-1A84-CF1C-F13C-30FA1C4CD659}"/>
              </a:ext>
            </a:extLst>
          </p:cNvPr>
          <p:cNvSpPr>
            <a:spLocks noGrp="1"/>
          </p:cNvSpPr>
          <p:nvPr>
            <p:ph idx="1"/>
          </p:nvPr>
        </p:nvSpPr>
        <p:spPr>
          <a:xfrm>
            <a:off x="5541263" y="457200"/>
            <a:ext cx="6007608" cy="1929384"/>
          </a:xfrm>
        </p:spPr>
        <p:txBody>
          <a:bodyPr anchor="ctr">
            <a:normAutofit/>
          </a:bodyPr>
          <a:lstStyle/>
          <a:p>
            <a:r>
              <a:rPr lang="en-US" sz="2200" dirty="0">
                <a:effectLst/>
                <a:latin typeface="Times New Roman" panose="02020603050405020304" pitchFamily="18" charset="0"/>
                <a:ea typeface="Times New Roman" panose="02020603050405020304" pitchFamily="18" charset="0"/>
              </a:rPr>
              <a:t>Wagner, C., Garcia, D., </a:t>
            </a:r>
            <a:r>
              <a:rPr lang="en-US" sz="2200" dirty="0" err="1">
                <a:effectLst/>
                <a:latin typeface="Times New Roman" panose="02020603050405020304" pitchFamily="18" charset="0"/>
                <a:ea typeface="Times New Roman" panose="02020603050405020304" pitchFamily="18" charset="0"/>
              </a:rPr>
              <a:t>Jadidi</a:t>
            </a:r>
            <a:r>
              <a:rPr lang="en-US" sz="2200" dirty="0">
                <a:effectLst/>
                <a:latin typeface="Times New Roman" panose="02020603050405020304" pitchFamily="18" charset="0"/>
                <a:ea typeface="Times New Roman" panose="02020603050405020304" pitchFamily="18" charset="0"/>
              </a:rPr>
              <a:t>, M., &amp; </a:t>
            </a:r>
            <a:r>
              <a:rPr lang="en-US" sz="2200" dirty="0" err="1">
                <a:effectLst/>
                <a:latin typeface="Times New Roman" panose="02020603050405020304" pitchFamily="18" charset="0"/>
                <a:ea typeface="Times New Roman" panose="02020603050405020304" pitchFamily="18" charset="0"/>
              </a:rPr>
              <a:t>Strohmaier</a:t>
            </a:r>
            <a:r>
              <a:rPr lang="en-US" sz="2200" dirty="0">
                <a:effectLst/>
                <a:latin typeface="Times New Roman" panose="02020603050405020304" pitchFamily="18" charset="0"/>
                <a:ea typeface="Times New Roman" panose="02020603050405020304" pitchFamily="18" charset="0"/>
              </a:rPr>
              <a:t>, M. (2015). It’s a man’s Wikipedia? Assessing gender inequality in an online encyclopedia. Proc. of ICWSM.</a:t>
            </a:r>
            <a:r>
              <a:rPr lang="en-US" sz="2200" dirty="0">
                <a:effectLst/>
              </a:rPr>
              <a:t> </a:t>
            </a:r>
          </a:p>
          <a:p>
            <a:pPr marL="0" indent="0">
              <a:buNone/>
            </a:pPr>
            <a:endParaRPr lang="en-US" sz="2200" dirty="0"/>
          </a:p>
        </p:txBody>
      </p:sp>
      <p:pic>
        <p:nvPicPr>
          <p:cNvPr id="6" name="Picture 5">
            <a:extLst>
              <a:ext uri="{FF2B5EF4-FFF2-40B4-BE49-F238E27FC236}">
                <a16:creationId xmlns:a16="http://schemas.microsoft.com/office/drawing/2014/main" id="{B737A236-2288-9270-34DD-7F260A349EC6}"/>
              </a:ext>
            </a:extLst>
          </p:cNvPr>
          <p:cNvPicPr>
            <a:picLocks noChangeAspect="1"/>
          </p:cNvPicPr>
          <p:nvPr/>
        </p:nvPicPr>
        <p:blipFill>
          <a:blip r:embed="rId2"/>
          <a:stretch>
            <a:fillRect/>
          </a:stretch>
        </p:blipFill>
        <p:spPr>
          <a:xfrm>
            <a:off x="1572471" y="2569464"/>
            <a:ext cx="3255858" cy="3678936"/>
          </a:xfrm>
          <a:prstGeom prst="rect">
            <a:avLst/>
          </a:prstGeom>
        </p:spPr>
      </p:pic>
      <p:pic>
        <p:nvPicPr>
          <p:cNvPr id="4" name="Picture 3">
            <a:extLst>
              <a:ext uri="{FF2B5EF4-FFF2-40B4-BE49-F238E27FC236}">
                <a16:creationId xmlns:a16="http://schemas.microsoft.com/office/drawing/2014/main" id="{4E16110C-3F98-8D31-DE48-742A01C886B0}"/>
              </a:ext>
            </a:extLst>
          </p:cNvPr>
          <p:cNvPicPr>
            <a:picLocks noChangeAspect="1"/>
          </p:cNvPicPr>
          <p:nvPr/>
        </p:nvPicPr>
        <p:blipFill>
          <a:blip r:embed="rId3"/>
          <a:stretch>
            <a:fillRect/>
          </a:stretch>
        </p:blipFill>
        <p:spPr>
          <a:xfrm>
            <a:off x="5811011" y="3356321"/>
            <a:ext cx="5468112" cy="2105222"/>
          </a:xfrm>
          <a:prstGeom prst="rect">
            <a:avLst/>
          </a:prstGeom>
        </p:spPr>
      </p:pic>
    </p:spTree>
    <p:extLst>
      <p:ext uri="{BB962C8B-B14F-4D97-AF65-F5344CB8AC3E}">
        <p14:creationId xmlns:p14="http://schemas.microsoft.com/office/powerpoint/2010/main" val="41788235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2AEEBC8-9D30-42EF-95F2-386C2653FB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702D980-7838-9B1A-EC72-2B7CD3BD232F}"/>
              </a:ext>
            </a:extLst>
          </p:cNvPr>
          <p:cNvSpPr>
            <a:spLocks noGrp="1"/>
          </p:cNvSpPr>
          <p:nvPr>
            <p:ph type="title"/>
          </p:nvPr>
        </p:nvSpPr>
        <p:spPr>
          <a:xfrm>
            <a:off x="630936" y="502920"/>
            <a:ext cx="3419856" cy="1463040"/>
          </a:xfrm>
        </p:spPr>
        <p:txBody>
          <a:bodyPr anchor="ctr">
            <a:normAutofit/>
          </a:bodyPr>
          <a:lstStyle/>
          <a:p>
            <a:r>
              <a:rPr lang="en-US" dirty="0"/>
              <a:t>Literature Review</a:t>
            </a:r>
          </a:p>
        </p:txBody>
      </p:sp>
      <p:sp>
        <p:nvSpPr>
          <p:cNvPr id="11" name="sketch line">
            <a:extLst>
              <a:ext uri="{FF2B5EF4-FFF2-40B4-BE49-F238E27FC236}">
                <a16:creationId xmlns:a16="http://schemas.microsoft.com/office/drawing/2014/main" id="{2E92FA66-67D7-4CB4-94D3-E643A9AD4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566159" y="1225296"/>
            <a:ext cx="1554480" cy="18288"/>
          </a:xfrm>
          <a:custGeom>
            <a:avLst/>
            <a:gdLst>
              <a:gd name="connsiteX0" fmla="*/ 0 w 1554480"/>
              <a:gd name="connsiteY0" fmla="*/ 0 h 18288"/>
              <a:gd name="connsiteX1" fmla="*/ 549250 w 1554480"/>
              <a:gd name="connsiteY1" fmla="*/ 0 h 18288"/>
              <a:gd name="connsiteX2" fmla="*/ 1082954 w 1554480"/>
              <a:gd name="connsiteY2" fmla="*/ 0 h 18288"/>
              <a:gd name="connsiteX3" fmla="*/ 1554480 w 1554480"/>
              <a:gd name="connsiteY3" fmla="*/ 0 h 18288"/>
              <a:gd name="connsiteX4" fmla="*/ 1554480 w 1554480"/>
              <a:gd name="connsiteY4" fmla="*/ 18288 h 18288"/>
              <a:gd name="connsiteX5" fmla="*/ 1067410 w 1554480"/>
              <a:gd name="connsiteY5" fmla="*/ 18288 h 18288"/>
              <a:gd name="connsiteX6" fmla="*/ 549250 w 1554480"/>
              <a:gd name="connsiteY6" fmla="*/ 18288 h 18288"/>
              <a:gd name="connsiteX7" fmla="*/ 0 w 1554480"/>
              <a:gd name="connsiteY7" fmla="*/ 18288 h 18288"/>
              <a:gd name="connsiteX8" fmla="*/ 0 w 1554480"/>
              <a:gd name="connsiteY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54480" h="18288" fill="none" extrusionOk="0">
                <a:moveTo>
                  <a:pt x="0" y="0"/>
                </a:moveTo>
                <a:cubicBezTo>
                  <a:pt x="114141" y="-19864"/>
                  <a:pt x="345055" y="-1657"/>
                  <a:pt x="549250" y="0"/>
                </a:cubicBezTo>
                <a:cubicBezTo>
                  <a:pt x="753445" y="1657"/>
                  <a:pt x="862292" y="-5674"/>
                  <a:pt x="1082954" y="0"/>
                </a:cubicBezTo>
                <a:cubicBezTo>
                  <a:pt x="1303616" y="5674"/>
                  <a:pt x="1363530" y="4537"/>
                  <a:pt x="1554480" y="0"/>
                </a:cubicBezTo>
                <a:cubicBezTo>
                  <a:pt x="1554963" y="7176"/>
                  <a:pt x="1553909" y="13682"/>
                  <a:pt x="1554480" y="18288"/>
                </a:cubicBezTo>
                <a:cubicBezTo>
                  <a:pt x="1338847" y="6127"/>
                  <a:pt x="1215066" y="37851"/>
                  <a:pt x="1067410" y="18288"/>
                </a:cubicBezTo>
                <a:cubicBezTo>
                  <a:pt x="919754" y="-1275"/>
                  <a:pt x="800465" y="3080"/>
                  <a:pt x="549250" y="18288"/>
                </a:cubicBezTo>
                <a:cubicBezTo>
                  <a:pt x="298035" y="33496"/>
                  <a:pt x="158868" y="22769"/>
                  <a:pt x="0" y="18288"/>
                </a:cubicBezTo>
                <a:cubicBezTo>
                  <a:pt x="-655" y="13237"/>
                  <a:pt x="709" y="4645"/>
                  <a:pt x="0" y="0"/>
                </a:cubicBezTo>
                <a:close/>
              </a:path>
              <a:path w="1554480" h="18288" stroke="0" extrusionOk="0">
                <a:moveTo>
                  <a:pt x="0" y="0"/>
                </a:moveTo>
                <a:cubicBezTo>
                  <a:pt x="249941" y="-58"/>
                  <a:pt x="367334" y="23448"/>
                  <a:pt x="502615" y="0"/>
                </a:cubicBezTo>
                <a:cubicBezTo>
                  <a:pt x="637897" y="-23448"/>
                  <a:pt x="813653" y="-20418"/>
                  <a:pt x="974141" y="0"/>
                </a:cubicBezTo>
                <a:cubicBezTo>
                  <a:pt x="1134629" y="20418"/>
                  <a:pt x="1268772" y="6288"/>
                  <a:pt x="1554480" y="0"/>
                </a:cubicBezTo>
                <a:cubicBezTo>
                  <a:pt x="1554917" y="7222"/>
                  <a:pt x="1555359" y="13299"/>
                  <a:pt x="1554480" y="18288"/>
                </a:cubicBezTo>
                <a:cubicBezTo>
                  <a:pt x="1336087" y="12172"/>
                  <a:pt x="1310024" y="19759"/>
                  <a:pt x="1067410" y="18288"/>
                </a:cubicBezTo>
                <a:cubicBezTo>
                  <a:pt x="824796" y="16818"/>
                  <a:pt x="787902" y="34647"/>
                  <a:pt x="518160" y="18288"/>
                </a:cubicBezTo>
                <a:cubicBezTo>
                  <a:pt x="248418" y="1930"/>
                  <a:pt x="133160" y="9205"/>
                  <a:pt x="0" y="18288"/>
                </a:cubicBezTo>
                <a:cubicBezTo>
                  <a:pt x="-643" y="9451"/>
                  <a:pt x="-340" y="711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55FBAB89-1A84-CF1C-F13C-30FA1C4CD659}"/>
              </a:ext>
            </a:extLst>
          </p:cNvPr>
          <p:cNvSpPr>
            <a:spLocks noGrp="1"/>
          </p:cNvSpPr>
          <p:nvPr>
            <p:ph idx="1"/>
          </p:nvPr>
        </p:nvSpPr>
        <p:spPr>
          <a:xfrm>
            <a:off x="4654295" y="502920"/>
            <a:ext cx="6894576" cy="1463040"/>
          </a:xfrm>
        </p:spPr>
        <p:txBody>
          <a:bodyPr anchor="ctr">
            <a:normAutofit/>
          </a:bodyPr>
          <a:lstStyle/>
          <a:p>
            <a:pPr marL="0" marR="0">
              <a:spcBef>
                <a:spcPts val="0"/>
              </a:spcBef>
              <a:spcAft>
                <a:spcPts val="800"/>
              </a:spcAft>
            </a:pPr>
            <a:r>
              <a:rPr lang="en-US" sz="2200" dirty="0" err="1">
                <a:effectLst/>
                <a:latin typeface="Times New Roman" panose="02020603050405020304" pitchFamily="18" charset="0"/>
                <a:ea typeface="Times New Roman" panose="02020603050405020304" pitchFamily="18" charset="0"/>
              </a:rPr>
              <a:t>Albaghli</a:t>
            </a:r>
            <a:r>
              <a:rPr lang="en-US" sz="2200" dirty="0">
                <a:effectLst/>
                <a:latin typeface="Times New Roman" panose="02020603050405020304" pitchFamily="18" charset="0"/>
                <a:ea typeface="Times New Roman" panose="02020603050405020304" pitchFamily="18" charset="0"/>
              </a:rPr>
              <a:t>, R., Chang, C., </a:t>
            </a:r>
            <a:r>
              <a:rPr lang="en-US" sz="2200" dirty="0" err="1">
                <a:effectLst/>
                <a:latin typeface="Times New Roman" panose="02020603050405020304" pitchFamily="18" charset="0"/>
                <a:ea typeface="Times New Roman" panose="02020603050405020304" pitchFamily="18" charset="0"/>
              </a:rPr>
              <a:t>Almahmid</a:t>
            </a:r>
            <a:r>
              <a:rPr lang="en-US" sz="2200" dirty="0">
                <a:effectLst/>
                <a:latin typeface="Times New Roman" panose="02020603050405020304" pitchFamily="18" charset="0"/>
                <a:ea typeface="Times New Roman" panose="02020603050405020304" pitchFamily="18" charset="0"/>
              </a:rPr>
              <a:t>, S., &amp; Attar, N. (2022). Untraining Ethnocentric Biases about Gender Roles: A Preliminary Empirical Study Presenting Art as Stimulus. ACM.</a:t>
            </a:r>
          </a:p>
          <a:p>
            <a:pPr marL="0" indent="0">
              <a:buNone/>
            </a:pPr>
            <a:endParaRPr lang="en-US" sz="2200" dirty="0"/>
          </a:p>
        </p:txBody>
      </p:sp>
      <p:pic>
        <p:nvPicPr>
          <p:cNvPr id="4" name="Picture 3">
            <a:extLst>
              <a:ext uri="{FF2B5EF4-FFF2-40B4-BE49-F238E27FC236}">
                <a16:creationId xmlns:a16="http://schemas.microsoft.com/office/drawing/2014/main" id="{1BA5DDF5-1831-4B00-D9B9-1045D5648CE8}"/>
              </a:ext>
            </a:extLst>
          </p:cNvPr>
          <p:cNvPicPr>
            <a:picLocks noChangeAspect="1"/>
          </p:cNvPicPr>
          <p:nvPr/>
        </p:nvPicPr>
        <p:blipFill>
          <a:blip r:embed="rId3"/>
          <a:stretch>
            <a:fillRect/>
          </a:stretch>
        </p:blipFill>
        <p:spPr>
          <a:xfrm>
            <a:off x="-1" y="3097696"/>
            <a:ext cx="12192001" cy="1889758"/>
          </a:xfrm>
          <a:prstGeom prst="rect">
            <a:avLst/>
          </a:prstGeom>
        </p:spPr>
      </p:pic>
    </p:spTree>
    <p:extLst>
      <p:ext uri="{BB962C8B-B14F-4D97-AF65-F5344CB8AC3E}">
        <p14:creationId xmlns:p14="http://schemas.microsoft.com/office/powerpoint/2010/main" val="32655084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8908DB7-C3A6-4FCB-9820-CEE02B398C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702D980-7838-9B1A-EC72-2B7CD3BD232F}"/>
              </a:ext>
            </a:extLst>
          </p:cNvPr>
          <p:cNvSpPr>
            <a:spLocks noGrp="1"/>
          </p:cNvSpPr>
          <p:nvPr>
            <p:ph type="title"/>
          </p:nvPr>
        </p:nvSpPr>
        <p:spPr>
          <a:xfrm>
            <a:off x="630936" y="640823"/>
            <a:ext cx="3419856" cy="5583148"/>
          </a:xfrm>
        </p:spPr>
        <p:txBody>
          <a:bodyPr anchor="ctr">
            <a:normAutofit/>
          </a:bodyPr>
          <a:lstStyle/>
          <a:p>
            <a:r>
              <a:rPr lang="en-US" dirty="0"/>
              <a:t>Literature Review</a:t>
            </a:r>
          </a:p>
        </p:txBody>
      </p:sp>
      <p:sp>
        <p:nvSpPr>
          <p:cNvPr id="12" name="sketch line">
            <a:extLst>
              <a:ext uri="{FF2B5EF4-FFF2-40B4-BE49-F238E27FC236}">
                <a16:creationId xmlns:a16="http://schemas.microsoft.com/office/drawing/2014/main" id="{535742DD-1B16-4E9D-B715-0D74B4574A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267200" y="630936"/>
            <a:ext cx="18288" cy="5590381"/>
          </a:xfrm>
          <a:custGeom>
            <a:avLst/>
            <a:gdLst>
              <a:gd name="connsiteX0" fmla="*/ 0 w 18288"/>
              <a:gd name="connsiteY0" fmla="*/ 0 h 5590381"/>
              <a:gd name="connsiteX1" fmla="*/ 18288 w 18288"/>
              <a:gd name="connsiteY1" fmla="*/ 0 h 5590381"/>
              <a:gd name="connsiteX2" fmla="*/ 18288 w 18288"/>
              <a:gd name="connsiteY2" fmla="*/ 754701 h 5590381"/>
              <a:gd name="connsiteX3" fmla="*/ 18288 w 18288"/>
              <a:gd name="connsiteY3" fmla="*/ 1565307 h 5590381"/>
              <a:gd name="connsiteX4" fmla="*/ 18288 w 18288"/>
              <a:gd name="connsiteY4" fmla="*/ 2152297 h 5590381"/>
              <a:gd name="connsiteX5" fmla="*/ 18288 w 18288"/>
              <a:gd name="connsiteY5" fmla="*/ 2906998 h 5590381"/>
              <a:gd name="connsiteX6" fmla="*/ 18288 w 18288"/>
              <a:gd name="connsiteY6" fmla="*/ 3549892 h 5590381"/>
              <a:gd name="connsiteX7" fmla="*/ 18288 w 18288"/>
              <a:gd name="connsiteY7" fmla="*/ 4080978 h 5590381"/>
              <a:gd name="connsiteX8" fmla="*/ 18288 w 18288"/>
              <a:gd name="connsiteY8" fmla="*/ 4835680 h 5590381"/>
              <a:gd name="connsiteX9" fmla="*/ 18288 w 18288"/>
              <a:gd name="connsiteY9" fmla="*/ 5590381 h 5590381"/>
              <a:gd name="connsiteX10" fmla="*/ 0 w 18288"/>
              <a:gd name="connsiteY10" fmla="*/ 5590381 h 5590381"/>
              <a:gd name="connsiteX11" fmla="*/ 0 w 18288"/>
              <a:gd name="connsiteY11" fmla="*/ 4835680 h 5590381"/>
              <a:gd name="connsiteX12" fmla="*/ 0 w 18288"/>
              <a:gd name="connsiteY12" fmla="*/ 4304593 h 5590381"/>
              <a:gd name="connsiteX13" fmla="*/ 0 w 18288"/>
              <a:gd name="connsiteY13" fmla="*/ 3773507 h 5590381"/>
              <a:gd name="connsiteX14" fmla="*/ 0 w 18288"/>
              <a:gd name="connsiteY14" fmla="*/ 3186517 h 5590381"/>
              <a:gd name="connsiteX15" fmla="*/ 0 w 18288"/>
              <a:gd name="connsiteY15" fmla="*/ 2487720 h 5590381"/>
              <a:gd name="connsiteX16" fmla="*/ 0 w 18288"/>
              <a:gd name="connsiteY16" fmla="*/ 1956633 h 5590381"/>
              <a:gd name="connsiteX17" fmla="*/ 0 w 18288"/>
              <a:gd name="connsiteY17" fmla="*/ 1425547 h 5590381"/>
              <a:gd name="connsiteX18" fmla="*/ 0 w 18288"/>
              <a:gd name="connsiteY18" fmla="*/ 614942 h 5590381"/>
              <a:gd name="connsiteX19" fmla="*/ 0 w 18288"/>
              <a:gd name="connsiteY19" fmla="*/ 0 h 5590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8288" h="5590381" fill="none" extrusionOk="0">
                <a:moveTo>
                  <a:pt x="0" y="0"/>
                </a:moveTo>
                <a:cubicBezTo>
                  <a:pt x="7726" y="-435"/>
                  <a:pt x="14198" y="437"/>
                  <a:pt x="18288" y="0"/>
                </a:cubicBezTo>
                <a:cubicBezTo>
                  <a:pt x="-5226" y="225076"/>
                  <a:pt x="46275" y="562283"/>
                  <a:pt x="18288" y="754701"/>
                </a:cubicBezTo>
                <a:cubicBezTo>
                  <a:pt x="-9699" y="947119"/>
                  <a:pt x="30081" y="1239251"/>
                  <a:pt x="18288" y="1565307"/>
                </a:cubicBezTo>
                <a:cubicBezTo>
                  <a:pt x="6495" y="1891363"/>
                  <a:pt x="7160" y="1999140"/>
                  <a:pt x="18288" y="2152297"/>
                </a:cubicBezTo>
                <a:cubicBezTo>
                  <a:pt x="29417" y="2305454"/>
                  <a:pt x="28705" y="2598333"/>
                  <a:pt x="18288" y="2906998"/>
                </a:cubicBezTo>
                <a:cubicBezTo>
                  <a:pt x="7871" y="3215663"/>
                  <a:pt x="35263" y="3327412"/>
                  <a:pt x="18288" y="3549892"/>
                </a:cubicBezTo>
                <a:cubicBezTo>
                  <a:pt x="1313" y="3772372"/>
                  <a:pt x="38561" y="3843836"/>
                  <a:pt x="18288" y="4080978"/>
                </a:cubicBezTo>
                <a:cubicBezTo>
                  <a:pt x="-1985" y="4318120"/>
                  <a:pt x="-3806" y="4511166"/>
                  <a:pt x="18288" y="4835680"/>
                </a:cubicBezTo>
                <a:cubicBezTo>
                  <a:pt x="40382" y="5160194"/>
                  <a:pt x="-13070" y="5401748"/>
                  <a:pt x="18288" y="5590381"/>
                </a:cubicBezTo>
                <a:cubicBezTo>
                  <a:pt x="12010" y="5589863"/>
                  <a:pt x="6799" y="5589982"/>
                  <a:pt x="0" y="5590381"/>
                </a:cubicBezTo>
                <a:cubicBezTo>
                  <a:pt x="-6480" y="5250523"/>
                  <a:pt x="-32148" y="5052531"/>
                  <a:pt x="0" y="4835680"/>
                </a:cubicBezTo>
                <a:cubicBezTo>
                  <a:pt x="32148" y="4618829"/>
                  <a:pt x="5352" y="4496374"/>
                  <a:pt x="0" y="4304593"/>
                </a:cubicBezTo>
                <a:cubicBezTo>
                  <a:pt x="-5352" y="4112812"/>
                  <a:pt x="9645" y="3919423"/>
                  <a:pt x="0" y="3773507"/>
                </a:cubicBezTo>
                <a:cubicBezTo>
                  <a:pt x="-9645" y="3627591"/>
                  <a:pt x="-10654" y="3330687"/>
                  <a:pt x="0" y="3186517"/>
                </a:cubicBezTo>
                <a:cubicBezTo>
                  <a:pt x="10654" y="3042347"/>
                  <a:pt x="18181" y="2635923"/>
                  <a:pt x="0" y="2487720"/>
                </a:cubicBezTo>
                <a:cubicBezTo>
                  <a:pt x="-18181" y="2339517"/>
                  <a:pt x="-7947" y="2113537"/>
                  <a:pt x="0" y="1956633"/>
                </a:cubicBezTo>
                <a:cubicBezTo>
                  <a:pt x="7947" y="1799729"/>
                  <a:pt x="-15145" y="1657735"/>
                  <a:pt x="0" y="1425547"/>
                </a:cubicBezTo>
                <a:cubicBezTo>
                  <a:pt x="15145" y="1193359"/>
                  <a:pt x="-23832" y="948054"/>
                  <a:pt x="0" y="614942"/>
                </a:cubicBezTo>
                <a:cubicBezTo>
                  <a:pt x="23832" y="281831"/>
                  <a:pt x="2816" y="129878"/>
                  <a:pt x="0" y="0"/>
                </a:cubicBezTo>
                <a:close/>
              </a:path>
              <a:path w="18288" h="5590381" stroke="0" extrusionOk="0">
                <a:moveTo>
                  <a:pt x="0" y="0"/>
                </a:moveTo>
                <a:cubicBezTo>
                  <a:pt x="5871" y="848"/>
                  <a:pt x="11713" y="-200"/>
                  <a:pt x="18288" y="0"/>
                </a:cubicBezTo>
                <a:cubicBezTo>
                  <a:pt x="41141" y="165299"/>
                  <a:pt x="3613" y="427555"/>
                  <a:pt x="18288" y="698798"/>
                </a:cubicBezTo>
                <a:cubicBezTo>
                  <a:pt x="32963" y="970041"/>
                  <a:pt x="19680" y="1226199"/>
                  <a:pt x="18288" y="1397595"/>
                </a:cubicBezTo>
                <a:cubicBezTo>
                  <a:pt x="16896" y="1568991"/>
                  <a:pt x="38798" y="1794517"/>
                  <a:pt x="18288" y="2152297"/>
                </a:cubicBezTo>
                <a:cubicBezTo>
                  <a:pt x="-2222" y="2510077"/>
                  <a:pt x="40846" y="2594424"/>
                  <a:pt x="18288" y="2739287"/>
                </a:cubicBezTo>
                <a:cubicBezTo>
                  <a:pt x="-4270" y="2884150"/>
                  <a:pt x="27117" y="3129706"/>
                  <a:pt x="18288" y="3493988"/>
                </a:cubicBezTo>
                <a:cubicBezTo>
                  <a:pt x="9459" y="3858270"/>
                  <a:pt x="54201" y="4041447"/>
                  <a:pt x="18288" y="4304593"/>
                </a:cubicBezTo>
                <a:cubicBezTo>
                  <a:pt x="-17625" y="4567740"/>
                  <a:pt x="49627" y="5149125"/>
                  <a:pt x="18288" y="5590381"/>
                </a:cubicBezTo>
                <a:cubicBezTo>
                  <a:pt x="10860" y="5590744"/>
                  <a:pt x="7568" y="5590157"/>
                  <a:pt x="0" y="5590381"/>
                </a:cubicBezTo>
                <a:cubicBezTo>
                  <a:pt x="36767" y="5266821"/>
                  <a:pt x="-16223" y="5116146"/>
                  <a:pt x="0" y="4835680"/>
                </a:cubicBezTo>
                <a:cubicBezTo>
                  <a:pt x="16223" y="4555214"/>
                  <a:pt x="-16316" y="4356490"/>
                  <a:pt x="0" y="4136882"/>
                </a:cubicBezTo>
                <a:cubicBezTo>
                  <a:pt x="16316" y="3917274"/>
                  <a:pt x="8005" y="3773465"/>
                  <a:pt x="0" y="3549892"/>
                </a:cubicBezTo>
                <a:cubicBezTo>
                  <a:pt x="-8005" y="3326319"/>
                  <a:pt x="27623" y="3052456"/>
                  <a:pt x="0" y="2851094"/>
                </a:cubicBezTo>
                <a:cubicBezTo>
                  <a:pt x="-27623" y="2649732"/>
                  <a:pt x="5614" y="2455815"/>
                  <a:pt x="0" y="2264104"/>
                </a:cubicBezTo>
                <a:cubicBezTo>
                  <a:pt x="-5614" y="2072393"/>
                  <a:pt x="22598" y="1990723"/>
                  <a:pt x="0" y="1733018"/>
                </a:cubicBezTo>
                <a:cubicBezTo>
                  <a:pt x="-22598" y="1475313"/>
                  <a:pt x="-6965" y="1369123"/>
                  <a:pt x="0" y="1090124"/>
                </a:cubicBezTo>
                <a:cubicBezTo>
                  <a:pt x="6965" y="811125"/>
                  <a:pt x="-19273" y="50704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3114097614">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7EBE17CA-ED6F-DE86-92A1-4C3A6CA001CD}"/>
              </a:ext>
            </a:extLst>
          </p:cNvPr>
          <p:cNvPicPr>
            <a:picLocks noChangeAspect="1"/>
          </p:cNvPicPr>
          <p:nvPr/>
        </p:nvPicPr>
        <p:blipFill>
          <a:blip r:embed="rId2"/>
          <a:stretch>
            <a:fillRect/>
          </a:stretch>
        </p:blipFill>
        <p:spPr>
          <a:xfrm>
            <a:off x="4654296" y="777925"/>
            <a:ext cx="6894576" cy="3619653"/>
          </a:xfrm>
          <a:prstGeom prst="rect">
            <a:avLst/>
          </a:prstGeom>
        </p:spPr>
      </p:pic>
      <p:sp>
        <p:nvSpPr>
          <p:cNvPr id="3" name="Content Placeholder 2">
            <a:extLst>
              <a:ext uri="{FF2B5EF4-FFF2-40B4-BE49-F238E27FC236}">
                <a16:creationId xmlns:a16="http://schemas.microsoft.com/office/drawing/2014/main" id="{55FBAB89-1A84-CF1C-F13C-30FA1C4CD659}"/>
              </a:ext>
            </a:extLst>
          </p:cNvPr>
          <p:cNvSpPr>
            <a:spLocks noGrp="1"/>
          </p:cNvSpPr>
          <p:nvPr>
            <p:ph idx="1"/>
          </p:nvPr>
        </p:nvSpPr>
        <p:spPr>
          <a:xfrm>
            <a:off x="4654296" y="4798577"/>
            <a:ext cx="6894576" cy="1428487"/>
          </a:xfrm>
        </p:spPr>
        <p:txBody>
          <a:bodyPr anchor="t">
            <a:normAutofit/>
          </a:bodyPr>
          <a:lstStyle/>
          <a:p>
            <a:pPr marL="0" marR="0">
              <a:spcBef>
                <a:spcPts val="0"/>
              </a:spcBef>
              <a:spcAft>
                <a:spcPts val="800"/>
              </a:spcAft>
            </a:pPr>
            <a:r>
              <a:rPr lang="en-US" sz="2200" dirty="0">
                <a:effectLst/>
                <a:latin typeface="Times New Roman" panose="02020603050405020304" pitchFamily="18" charset="0"/>
                <a:ea typeface="Times New Roman" panose="02020603050405020304" pitchFamily="18" charset="0"/>
              </a:rPr>
              <a:t>Attar, N., </a:t>
            </a:r>
            <a:r>
              <a:rPr lang="en-US" sz="2200" dirty="0" err="1">
                <a:effectLst/>
                <a:latin typeface="Times New Roman" panose="02020603050405020304" pitchFamily="18" charset="0"/>
                <a:ea typeface="Times New Roman" panose="02020603050405020304" pitchFamily="18" charset="0"/>
              </a:rPr>
              <a:t>Schneps</a:t>
            </a:r>
            <a:r>
              <a:rPr lang="en-US" sz="2200" dirty="0">
                <a:effectLst/>
                <a:latin typeface="Times New Roman" panose="02020603050405020304" pitchFamily="18" charset="0"/>
                <a:ea typeface="Times New Roman" panose="02020603050405020304" pitchFamily="18" charset="0"/>
              </a:rPr>
              <a:t>, M. H., &amp; </a:t>
            </a:r>
            <a:r>
              <a:rPr lang="en-US" sz="2200" dirty="0" err="1">
                <a:effectLst/>
                <a:latin typeface="Times New Roman" panose="02020603050405020304" pitchFamily="18" charset="0"/>
                <a:ea typeface="Times New Roman" panose="02020603050405020304" pitchFamily="18" charset="0"/>
              </a:rPr>
              <a:t>Pomplun</a:t>
            </a:r>
            <a:r>
              <a:rPr lang="en-US" sz="2200" dirty="0">
                <a:effectLst/>
                <a:latin typeface="Times New Roman" panose="02020603050405020304" pitchFamily="18" charset="0"/>
                <a:ea typeface="Times New Roman" panose="02020603050405020304" pitchFamily="18" charset="0"/>
              </a:rPr>
              <a:t>, M. (2016). Working memory load predicts visual search efficiency: Evidence from a novel pupillary response paradigm. Memory &amp; Cognition, 44(7), 1038–1049.</a:t>
            </a:r>
          </a:p>
          <a:p>
            <a:pPr marL="0" indent="0">
              <a:buNone/>
            </a:pPr>
            <a:endParaRPr lang="en-US" sz="2200" dirty="0"/>
          </a:p>
        </p:txBody>
      </p:sp>
    </p:spTree>
    <p:extLst>
      <p:ext uri="{BB962C8B-B14F-4D97-AF65-F5344CB8AC3E}">
        <p14:creationId xmlns:p14="http://schemas.microsoft.com/office/powerpoint/2010/main" val="17832822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84193E-B95F-91F7-5BDD-F2BF61172E90}"/>
              </a:ext>
            </a:extLst>
          </p:cNvPr>
          <p:cNvSpPr>
            <a:spLocks noGrp="1"/>
          </p:cNvSpPr>
          <p:nvPr>
            <p:ph type="title"/>
          </p:nvPr>
        </p:nvSpPr>
        <p:spPr/>
        <p:txBody>
          <a:bodyPr/>
          <a:lstStyle/>
          <a:p>
            <a:r>
              <a:rPr lang="en-US" dirty="0"/>
              <a:t>Methodology</a:t>
            </a:r>
          </a:p>
        </p:txBody>
      </p:sp>
      <p:pic>
        <p:nvPicPr>
          <p:cNvPr id="6" name="Picture 5" descr="A person sitting at a desk using a computer&#10;&#10;Description automatically generated">
            <a:extLst>
              <a:ext uri="{FF2B5EF4-FFF2-40B4-BE49-F238E27FC236}">
                <a16:creationId xmlns:a16="http://schemas.microsoft.com/office/drawing/2014/main" id="{0987F03A-E052-89F9-E3C6-796A05E53A1D}"/>
              </a:ext>
            </a:extLst>
          </p:cNvPr>
          <p:cNvPicPr>
            <a:picLocks noChangeAspect="1"/>
          </p:cNvPicPr>
          <p:nvPr/>
        </p:nvPicPr>
        <p:blipFill>
          <a:blip r:embed="rId2"/>
          <a:stretch>
            <a:fillRect/>
          </a:stretch>
        </p:blipFill>
        <p:spPr>
          <a:xfrm>
            <a:off x="6184320" y="3546762"/>
            <a:ext cx="2483429" cy="3311238"/>
          </a:xfrm>
          <a:prstGeom prst="rect">
            <a:avLst/>
          </a:prstGeom>
        </p:spPr>
      </p:pic>
      <p:pic>
        <p:nvPicPr>
          <p:cNvPr id="8" name="Picture 7" descr="A person sitting at a desk using a computer&#10;&#10;Description automatically generated">
            <a:extLst>
              <a:ext uri="{FF2B5EF4-FFF2-40B4-BE49-F238E27FC236}">
                <a16:creationId xmlns:a16="http://schemas.microsoft.com/office/drawing/2014/main" id="{52514EE7-8B01-9E9E-80F3-FC3C9CB5D230}"/>
              </a:ext>
            </a:extLst>
          </p:cNvPr>
          <p:cNvPicPr>
            <a:picLocks noChangeAspect="1"/>
          </p:cNvPicPr>
          <p:nvPr/>
        </p:nvPicPr>
        <p:blipFill>
          <a:blip r:embed="rId3"/>
          <a:stretch>
            <a:fillRect/>
          </a:stretch>
        </p:blipFill>
        <p:spPr>
          <a:xfrm>
            <a:off x="6184320" y="1"/>
            <a:ext cx="2483428" cy="3311237"/>
          </a:xfrm>
          <a:prstGeom prst="rect">
            <a:avLst/>
          </a:prstGeom>
        </p:spPr>
      </p:pic>
      <p:pic>
        <p:nvPicPr>
          <p:cNvPr id="10" name="Picture 9" descr="A person sitting at a desk using a computer&#10;&#10;Description automatically generated">
            <a:extLst>
              <a:ext uri="{FF2B5EF4-FFF2-40B4-BE49-F238E27FC236}">
                <a16:creationId xmlns:a16="http://schemas.microsoft.com/office/drawing/2014/main" id="{308C6B97-974E-46A2-B5A1-52B37EEE69B7}"/>
              </a:ext>
            </a:extLst>
          </p:cNvPr>
          <p:cNvPicPr>
            <a:picLocks noChangeAspect="1"/>
          </p:cNvPicPr>
          <p:nvPr/>
        </p:nvPicPr>
        <p:blipFill>
          <a:blip r:embed="rId4"/>
          <a:stretch>
            <a:fillRect/>
          </a:stretch>
        </p:blipFill>
        <p:spPr>
          <a:xfrm>
            <a:off x="9052877" y="0"/>
            <a:ext cx="2483427" cy="3311236"/>
          </a:xfrm>
          <a:prstGeom prst="rect">
            <a:avLst/>
          </a:prstGeom>
        </p:spPr>
      </p:pic>
      <p:pic>
        <p:nvPicPr>
          <p:cNvPr id="12" name="Picture 11" descr="A person using a computer&#10;&#10;Description automatically generated">
            <a:extLst>
              <a:ext uri="{FF2B5EF4-FFF2-40B4-BE49-F238E27FC236}">
                <a16:creationId xmlns:a16="http://schemas.microsoft.com/office/drawing/2014/main" id="{2A9FAAE8-C5CA-F618-F47B-EAF25CE66FD1}"/>
              </a:ext>
            </a:extLst>
          </p:cNvPr>
          <p:cNvPicPr>
            <a:picLocks noChangeAspect="1"/>
          </p:cNvPicPr>
          <p:nvPr/>
        </p:nvPicPr>
        <p:blipFill>
          <a:blip r:embed="rId5"/>
          <a:stretch>
            <a:fillRect/>
          </a:stretch>
        </p:blipFill>
        <p:spPr>
          <a:xfrm>
            <a:off x="9052877" y="3546764"/>
            <a:ext cx="2483427" cy="3311236"/>
          </a:xfrm>
          <a:prstGeom prst="rect">
            <a:avLst/>
          </a:prstGeom>
        </p:spPr>
      </p:pic>
      <p:sp>
        <p:nvSpPr>
          <p:cNvPr id="13" name="Content Placeholder 2">
            <a:extLst>
              <a:ext uri="{FF2B5EF4-FFF2-40B4-BE49-F238E27FC236}">
                <a16:creationId xmlns:a16="http://schemas.microsoft.com/office/drawing/2014/main" id="{BB2A2C5F-71A7-B815-AA30-C7A93606701A}"/>
              </a:ext>
            </a:extLst>
          </p:cNvPr>
          <p:cNvSpPr>
            <a:spLocks noGrp="1"/>
          </p:cNvSpPr>
          <p:nvPr>
            <p:ph idx="1"/>
          </p:nvPr>
        </p:nvSpPr>
        <p:spPr>
          <a:xfrm>
            <a:off x="838200" y="1411574"/>
            <a:ext cx="3082636" cy="959139"/>
          </a:xfrm>
        </p:spPr>
        <p:txBody>
          <a:bodyPr/>
          <a:lstStyle/>
          <a:p>
            <a:pPr marL="0" marR="0" indent="0">
              <a:lnSpc>
                <a:spcPct val="200000"/>
              </a:lnSpc>
              <a:spcBef>
                <a:spcPts val="0"/>
              </a:spcBef>
              <a:spcAft>
                <a:spcPts val="800"/>
              </a:spcAft>
              <a:buNone/>
            </a:pPr>
            <a:r>
              <a:rPr lang="en-US" sz="1800">
                <a:solidFill>
                  <a:srgbClr val="000000"/>
                </a:solidFill>
                <a:latin typeface="Times New Roman" panose="02020603050405020304" pitchFamily="18" charset="0"/>
                <a:ea typeface="Times New Roman" panose="02020603050405020304" pitchFamily="18" charset="0"/>
              </a:rPr>
              <a:t>Participant Selection</a:t>
            </a:r>
            <a:endParaRPr lang="en-US" sz="1800">
              <a:effectLst/>
              <a:latin typeface="Times New Roman" panose="02020603050405020304" pitchFamily="18" charset="0"/>
              <a:ea typeface="Times New Roman" panose="02020603050405020304" pitchFamily="18" charset="0"/>
            </a:endParaRPr>
          </a:p>
          <a:p>
            <a:pPr marL="0" indent="0">
              <a:buNone/>
            </a:pPr>
            <a:endParaRPr lang="en-US" dirty="0"/>
          </a:p>
        </p:txBody>
      </p:sp>
      <p:pic>
        <p:nvPicPr>
          <p:cNvPr id="4098" name="Picture 2" descr="Forms response chart. Question title: Age. Number of responses: 15 responses.">
            <a:extLst>
              <a:ext uri="{FF2B5EF4-FFF2-40B4-BE49-F238E27FC236}">
                <a16:creationId xmlns:a16="http://schemas.microsoft.com/office/drawing/2014/main" id="{704A08D4-F144-84E0-A562-900D9A01066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2689545"/>
            <a:ext cx="5799191" cy="27568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107157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1" name="Rectangle 30">
            <a:extLst>
              <a:ext uri="{FF2B5EF4-FFF2-40B4-BE49-F238E27FC236}">
                <a16:creationId xmlns:a16="http://schemas.microsoft.com/office/drawing/2014/main" id="{35DB3719-6FDC-4E5D-891D-FF40B7300F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F84193E-B95F-91F7-5BDD-F2BF61172E90}"/>
              </a:ext>
            </a:extLst>
          </p:cNvPr>
          <p:cNvSpPr>
            <a:spLocks noGrp="1"/>
          </p:cNvSpPr>
          <p:nvPr>
            <p:ph type="title"/>
          </p:nvPr>
        </p:nvSpPr>
        <p:spPr>
          <a:xfrm>
            <a:off x="838200" y="365125"/>
            <a:ext cx="10515600" cy="1325563"/>
          </a:xfrm>
        </p:spPr>
        <p:txBody>
          <a:bodyPr>
            <a:normAutofit/>
          </a:bodyPr>
          <a:lstStyle/>
          <a:p>
            <a:r>
              <a:rPr lang="en-US" dirty="0"/>
              <a:t>Methodology</a:t>
            </a:r>
          </a:p>
        </p:txBody>
      </p:sp>
      <p:sp>
        <p:nvSpPr>
          <p:cNvPr id="32" name="sketch line">
            <a:extLst>
              <a:ext uri="{FF2B5EF4-FFF2-40B4-BE49-F238E27FC236}">
                <a16:creationId xmlns:a16="http://schemas.microsoft.com/office/drawing/2014/main" id="{E0CBAC23-2E3F-4A90-BA59-F8299F6A54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1865313"/>
            <a:ext cx="10424160" cy="18288"/>
          </a:xfrm>
          <a:custGeom>
            <a:avLst/>
            <a:gdLst>
              <a:gd name="connsiteX0" fmla="*/ 0 w 10424160"/>
              <a:gd name="connsiteY0" fmla="*/ 0 h 18288"/>
              <a:gd name="connsiteX1" fmla="*/ 903427 w 10424160"/>
              <a:gd name="connsiteY1" fmla="*/ 0 h 18288"/>
              <a:gd name="connsiteX2" fmla="*/ 1389888 w 10424160"/>
              <a:gd name="connsiteY2" fmla="*/ 0 h 18288"/>
              <a:gd name="connsiteX3" fmla="*/ 2189074 w 10424160"/>
              <a:gd name="connsiteY3" fmla="*/ 0 h 18288"/>
              <a:gd name="connsiteX4" fmla="*/ 2675534 w 10424160"/>
              <a:gd name="connsiteY4" fmla="*/ 0 h 18288"/>
              <a:gd name="connsiteX5" fmla="*/ 3370478 w 10424160"/>
              <a:gd name="connsiteY5" fmla="*/ 0 h 18288"/>
              <a:gd name="connsiteX6" fmla="*/ 4169664 w 10424160"/>
              <a:gd name="connsiteY6" fmla="*/ 0 h 18288"/>
              <a:gd name="connsiteX7" fmla="*/ 4551883 w 10424160"/>
              <a:gd name="connsiteY7" fmla="*/ 0 h 18288"/>
              <a:gd name="connsiteX8" fmla="*/ 4934102 w 10424160"/>
              <a:gd name="connsiteY8" fmla="*/ 0 h 18288"/>
              <a:gd name="connsiteX9" fmla="*/ 5837530 w 10424160"/>
              <a:gd name="connsiteY9" fmla="*/ 0 h 18288"/>
              <a:gd name="connsiteX10" fmla="*/ 6532474 w 10424160"/>
              <a:gd name="connsiteY10" fmla="*/ 0 h 18288"/>
              <a:gd name="connsiteX11" fmla="*/ 6914693 w 10424160"/>
              <a:gd name="connsiteY11" fmla="*/ 0 h 18288"/>
              <a:gd name="connsiteX12" fmla="*/ 7609637 w 10424160"/>
              <a:gd name="connsiteY12" fmla="*/ 0 h 18288"/>
              <a:gd name="connsiteX13" fmla="*/ 8513064 w 10424160"/>
              <a:gd name="connsiteY13" fmla="*/ 0 h 18288"/>
              <a:gd name="connsiteX14" fmla="*/ 9103766 w 10424160"/>
              <a:gd name="connsiteY14" fmla="*/ 0 h 18288"/>
              <a:gd name="connsiteX15" fmla="*/ 9694469 w 10424160"/>
              <a:gd name="connsiteY15" fmla="*/ 0 h 18288"/>
              <a:gd name="connsiteX16" fmla="*/ 10424160 w 10424160"/>
              <a:gd name="connsiteY16" fmla="*/ 0 h 18288"/>
              <a:gd name="connsiteX17" fmla="*/ 10424160 w 10424160"/>
              <a:gd name="connsiteY17" fmla="*/ 18288 h 18288"/>
              <a:gd name="connsiteX18" fmla="*/ 9729216 w 10424160"/>
              <a:gd name="connsiteY18" fmla="*/ 18288 h 18288"/>
              <a:gd name="connsiteX19" fmla="*/ 8930030 w 10424160"/>
              <a:gd name="connsiteY19" fmla="*/ 18288 h 18288"/>
              <a:gd name="connsiteX20" fmla="*/ 8130845 w 10424160"/>
              <a:gd name="connsiteY20" fmla="*/ 18288 h 18288"/>
              <a:gd name="connsiteX21" fmla="*/ 7644384 w 10424160"/>
              <a:gd name="connsiteY21" fmla="*/ 18288 h 18288"/>
              <a:gd name="connsiteX22" fmla="*/ 6740957 w 10424160"/>
              <a:gd name="connsiteY22" fmla="*/ 18288 h 18288"/>
              <a:gd name="connsiteX23" fmla="*/ 6046013 w 10424160"/>
              <a:gd name="connsiteY23" fmla="*/ 18288 h 18288"/>
              <a:gd name="connsiteX24" fmla="*/ 5663794 w 10424160"/>
              <a:gd name="connsiteY24" fmla="*/ 18288 h 18288"/>
              <a:gd name="connsiteX25" fmla="*/ 4968850 w 10424160"/>
              <a:gd name="connsiteY25" fmla="*/ 18288 h 18288"/>
              <a:gd name="connsiteX26" fmla="*/ 4378147 w 10424160"/>
              <a:gd name="connsiteY26" fmla="*/ 18288 h 18288"/>
              <a:gd name="connsiteX27" fmla="*/ 3787445 w 10424160"/>
              <a:gd name="connsiteY27" fmla="*/ 18288 h 18288"/>
              <a:gd name="connsiteX28" fmla="*/ 3196742 w 10424160"/>
              <a:gd name="connsiteY28" fmla="*/ 18288 h 18288"/>
              <a:gd name="connsiteX29" fmla="*/ 2606040 w 10424160"/>
              <a:gd name="connsiteY29" fmla="*/ 18288 h 18288"/>
              <a:gd name="connsiteX30" fmla="*/ 1806854 w 10424160"/>
              <a:gd name="connsiteY30" fmla="*/ 18288 h 18288"/>
              <a:gd name="connsiteX31" fmla="*/ 1111910 w 10424160"/>
              <a:gd name="connsiteY31" fmla="*/ 18288 h 18288"/>
              <a:gd name="connsiteX32" fmla="*/ 729691 w 10424160"/>
              <a:gd name="connsiteY32" fmla="*/ 18288 h 18288"/>
              <a:gd name="connsiteX33" fmla="*/ 0 w 10424160"/>
              <a:gd name="connsiteY33" fmla="*/ 18288 h 18288"/>
              <a:gd name="connsiteX34" fmla="*/ 0 w 10424160"/>
              <a:gd name="connsiteY34"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424160" h="18288" fill="none" extrusionOk="0">
                <a:moveTo>
                  <a:pt x="0" y="0"/>
                </a:moveTo>
                <a:cubicBezTo>
                  <a:pt x="251416" y="-3874"/>
                  <a:pt x="479411" y="-20508"/>
                  <a:pt x="903427" y="0"/>
                </a:cubicBezTo>
                <a:cubicBezTo>
                  <a:pt x="1327443" y="20508"/>
                  <a:pt x="1177990" y="-7387"/>
                  <a:pt x="1389888" y="0"/>
                </a:cubicBezTo>
                <a:cubicBezTo>
                  <a:pt x="1601786" y="7387"/>
                  <a:pt x="1928602" y="-6697"/>
                  <a:pt x="2189074" y="0"/>
                </a:cubicBezTo>
                <a:cubicBezTo>
                  <a:pt x="2449546" y="6697"/>
                  <a:pt x="2440085" y="-21144"/>
                  <a:pt x="2675534" y="0"/>
                </a:cubicBezTo>
                <a:cubicBezTo>
                  <a:pt x="2910983" y="21144"/>
                  <a:pt x="3026158" y="-11124"/>
                  <a:pt x="3370478" y="0"/>
                </a:cubicBezTo>
                <a:cubicBezTo>
                  <a:pt x="3714798" y="11124"/>
                  <a:pt x="3864539" y="-10660"/>
                  <a:pt x="4169664" y="0"/>
                </a:cubicBezTo>
                <a:cubicBezTo>
                  <a:pt x="4474789" y="10660"/>
                  <a:pt x="4471218" y="16488"/>
                  <a:pt x="4551883" y="0"/>
                </a:cubicBezTo>
                <a:cubicBezTo>
                  <a:pt x="4632548" y="-16488"/>
                  <a:pt x="4786830" y="7986"/>
                  <a:pt x="4934102" y="0"/>
                </a:cubicBezTo>
                <a:cubicBezTo>
                  <a:pt x="5081374" y="-7986"/>
                  <a:pt x="5575881" y="-33003"/>
                  <a:pt x="5837530" y="0"/>
                </a:cubicBezTo>
                <a:cubicBezTo>
                  <a:pt x="6099179" y="33003"/>
                  <a:pt x="6305895" y="14170"/>
                  <a:pt x="6532474" y="0"/>
                </a:cubicBezTo>
                <a:cubicBezTo>
                  <a:pt x="6759053" y="-14170"/>
                  <a:pt x="6726707" y="16121"/>
                  <a:pt x="6914693" y="0"/>
                </a:cubicBezTo>
                <a:cubicBezTo>
                  <a:pt x="7102679" y="-16121"/>
                  <a:pt x="7397857" y="32594"/>
                  <a:pt x="7609637" y="0"/>
                </a:cubicBezTo>
                <a:cubicBezTo>
                  <a:pt x="7821417" y="-32594"/>
                  <a:pt x="8141235" y="-3745"/>
                  <a:pt x="8513064" y="0"/>
                </a:cubicBezTo>
                <a:cubicBezTo>
                  <a:pt x="8884893" y="3745"/>
                  <a:pt x="8877548" y="3359"/>
                  <a:pt x="9103766" y="0"/>
                </a:cubicBezTo>
                <a:cubicBezTo>
                  <a:pt x="9329984" y="-3359"/>
                  <a:pt x="9545570" y="-17843"/>
                  <a:pt x="9694469" y="0"/>
                </a:cubicBezTo>
                <a:cubicBezTo>
                  <a:pt x="9843368" y="17843"/>
                  <a:pt x="10162477" y="-1217"/>
                  <a:pt x="10424160" y="0"/>
                </a:cubicBezTo>
                <a:cubicBezTo>
                  <a:pt x="10424498" y="7640"/>
                  <a:pt x="10423710" y="11289"/>
                  <a:pt x="10424160" y="18288"/>
                </a:cubicBezTo>
                <a:cubicBezTo>
                  <a:pt x="10184680" y="20716"/>
                  <a:pt x="10034768" y="-9357"/>
                  <a:pt x="9729216" y="18288"/>
                </a:cubicBezTo>
                <a:cubicBezTo>
                  <a:pt x="9423664" y="45933"/>
                  <a:pt x="9309220" y="36372"/>
                  <a:pt x="8930030" y="18288"/>
                </a:cubicBezTo>
                <a:cubicBezTo>
                  <a:pt x="8550840" y="204"/>
                  <a:pt x="8513376" y="34707"/>
                  <a:pt x="8130845" y="18288"/>
                </a:cubicBezTo>
                <a:cubicBezTo>
                  <a:pt x="7748315" y="1869"/>
                  <a:pt x="7864674" y="19659"/>
                  <a:pt x="7644384" y="18288"/>
                </a:cubicBezTo>
                <a:cubicBezTo>
                  <a:pt x="7424094" y="16917"/>
                  <a:pt x="6947001" y="55680"/>
                  <a:pt x="6740957" y="18288"/>
                </a:cubicBezTo>
                <a:cubicBezTo>
                  <a:pt x="6534913" y="-19104"/>
                  <a:pt x="6313809" y="33391"/>
                  <a:pt x="6046013" y="18288"/>
                </a:cubicBezTo>
                <a:cubicBezTo>
                  <a:pt x="5778217" y="3185"/>
                  <a:pt x="5786775" y="1439"/>
                  <a:pt x="5663794" y="18288"/>
                </a:cubicBezTo>
                <a:cubicBezTo>
                  <a:pt x="5540813" y="35137"/>
                  <a:pt x="5204724" y="25434"/>
                  <a:pt x="4968850" y="18288"/>
                </a:cubicBezTo>
                <a:cubicBezTo>
                  <a:pt x="4732976" y="11142"/>
                  <a:pt x="4559928" y="34568"/>
                  <a:pt x="4378147" y="18288"/>
                </a:cubicBezTo>
                <a:cubicBezTo>
                  <a:pt x="4196366" y="2008"/>
                  <a:pt x="3992200" y="35409"/>
                  <a:pt x="3787445" y="18288"/>
                </a:cubicBezTo>
                <a:cubicBezTo>
                  <a:pt x="3582690" y="1167"/>
                  <a:pt x="3488876" y="-7583"/>
                  <a:pt x="3196742" y="18288"/>
                </a:cubicBezTo>
                <a:cubicBezTo>
                  <a:pt x="2904608" y="44159"/>
                  <a:pt x="2729828" y="45906"/>
                  <a:pt x="2606040" y="18288"/>
                </a:cubicBezTo>
                <a:cubicBezTo>
                  <a:pt x="2482252" y="-9330"/>
                  <a:pt x="2000672" y="-5498"/>
                  <a:pt x="1806854" y="18288"/>
                </a:cubicBezTo>
                <a:cubicBezTo>
                  <a:pt x="1613036" y="42074"/>
                  <a:pt x="1310933" y="-4240"/>
                  <a:pt x="1111910" y="18288"/>
                </a:cubicBezTo>
                <a:cubicBezTo>
                  <a:pt x="912887" y="40816"/>
                  <a:pt x="891560" y="1701"/>
                  <a:pt x="729691" y="18288"/>
                </a:cubicBezTo>
                <a:cubicBezTo>
                  <a:pt x="567822" y="34875"/>
                  <a:pt x="203025" y="34462"/>
                  <a:pt x="0" y="18288"/>
                </a:cubicBezTo>
                <a:cubicBezTo>
                  <a:pt x="-82" y="11708"/>
                  <a:pt x="-178" y="8956"/>
                  <a:pt x="0" y="0"/>
                </a:cubicBezTo>
                <a:close/>
              </a:path>
              <a:path w="10424160" h="18288" stroke="0" extrusionOk="0">
                <a:moveTo>
                  <a:pt x="0" y="0"/>
                </a:moveTo>
                <a:cubicBezTo>
                  <a:pt x="119910" y="17195"/>
                  <a:pt x="345032" y="1652"/>
                  <a:pt x="590702" y="0"/>
                </a:cubicBezTo>
                <a:cubicBezTo>
                  <a:pt x="836372" y="-1652"/>
                  <a:pt x="830717" y="-10944"/>
                  <a:pt x="972922" y="0"/>
                </a:cubicBezTo>
                <a:cubicBezTo>
                  <a:pt x="1115127" y="10944"/>
                  <a:pt x="1638708" y="17269"/>
                  <a:pt x="1876349" y="0"/>
                </a:cubicBezTo>
                <a:cubicBezTo>
                  <a:pt x="2113990" y="-17269"/>
                  <a:pt x="2263529" y="27642"/>
                  <a:pt x="2467051" y="0"/>
                </a:cubicBezTo>
                <a:cubicBezTo>
                  <a:pt x="2670573" y="-27642"/>
                  <a:pt x="2867743" y="-1552"/>
                  <a:pt x="3057754" y="0"/>
                </a:cubicBezTo>
                <a:cubicBezTo>
                  <a:pt x="3247765" y="1552"/>
                  <a:pt x="3729099" y="45169"/>
                  <a:pt x="3961181" y="0"/>
                </a:cubicBezTo>
                <a:cubicBezTo>
                  <a:pt x="4193263" y="-45169"/>
                  <a:pt x="4313735" y="4067"/>
                  <a:pt x="4447642" y="0"/>
                </a:cubicBezTo>
                <a:cubicBezTo>
                  <a:pt x="4581549" y="-4067"/>
                  <a:pt x="5123626" y="11867"/>
                  <a:pt x="5351069" y="0"/>
                </a:cubicBezTo>
                <a:cubicBezTo>
                  <a:pt x="5578512" y="-11867"/>
                  <a:pt x="6044105" y="-19983"/>
                  <a:pt x="6254496" y="0"/>
                </a:cubicBezTo>
                <a:cubicBezTo>
                  <a:pt x="6464887" y="19983"/>
                  <a:pt x="6664731" y="4232"/>
                  <a:pt x="6949440" y="0"/>
                </a:cubicBezTo>
                <a:cubicBezTo>
                  <a:pt x="7234149" y="-4232"/>
                  <a:pt x="7497205" y="28731"/>
                  <a:pt x="7852867" y="0"/>
                </a:cubicBezTo>
                <a:cubicBezTo>
                  <a:pt x="8208529" y="-28731"/>
                  <a:pt x="8287556" y="2616"/>
                  <a:pt x="8443570" y="0"/>
                </a:cubicBezTo>
                <a:cubicBezTo>
                  <a:pt x="8599584" y="-2616"/>
                  <a:pt x="8871283" y="-14113"/>
                  <a:pt x="9034272" y="0"/>
                </a:cubicBezTo>
                <a:cubicBezTo>
                  <a:pt x="9197261" y="14113"/>
                  <a:pt x="9604978" y="-35623"/>
                  <a:pt x="9833458" y="0"/>
                </a:cubicBezTo>
                <a:cubicBezTo>
                  <a:pt x="10061938" y="35623"/>
                  <a:pt x="10231944" y="-8194"/>
                  <a:pt x="10424160" y="0"/>
                </a:cubicBezTo>
                <a:cubicBezTo>
                  <a:pt x="10424285" y="4395"/>
                  <a:pt x="10424085" y="9776"/>
                  <a:pt x="10424160" y="18288"/>
                </a:cubicBezTo>
                <a:cubicBezTo>
                  <a:pt x="10058736" y="-5772"/>
                  <a:pt x="9942989" y="-18764"/>
                  <a:pt x="9624974" y="18288"/>
                </a:cubicBezTo>
                <a:cubicBezTo>
                  <a:pt x="9306959" y="55340"/>
                  <a:pt x="9229263" y="24995"/>
                  <a:pt x="8930030" y="18288"/>
                </a:cubicBezTo>
                <a:cubicBezTo>
                  <a:pt x="8630797" y="11581"/>
                  <a:pt x="8647263" y="10931"/>
                  <a:pt x="8547811" y="18288"/>
                </a:cubicBezTo>
                <a:cubicBezTo>
                  <a:pt x="8448359" y="25645"/>
                  <a:pt x="8173221" y="219"/>
                  <a:pt x="8061350" y="18288"/>
                </a:cubicBezTo>
                <a:cubicBezTo>
                  <a:pt x="7949479" y="36357"/>
                  <a:pt x="7437002" y="17516"/>
                  <a:pt x="7157923" y="18288"/>
                </a:cubicBezTo>
                <a:cubicBezTo>
                  <a:pt x="6878844" y="19060"/>
                  <a:pt x="6610241" y="8864"/>
                  <a:pt x="6462979" y="18288"/>
                </a:cubicBezTo>
                <a:cubicBezTo>
                  <a:pt x="6315717" y="27712"/>
                  <a:pt x="6124879" y="4989"/>
                  <a:pt x="5976518" y="18288"/>
                </a:cubicBezTo>
                <a:cubicBezTo>
                  <a:pt x="5828157" y="31587"/>
                  <a:pt x="5566880" y="7112"/>
                  <a:pt x="5281574" y="18288"/>
                </a:cubicBezTo>
                <a:cubicBezTo>
                  <a:pt x="4996268" y="29464"/>
                  <a:pt x="5085614" y="20493"/>
                  <a:pt x="4899355" y="18288"/>
                </a:cubicBezTo>
                <a:cubicBezTo>
                  <a:pt x="4713096" y="16083"/>
                  <a:pt x="4606138" y="34359"/>
                  <a:pt x="4517136" y="18288"/>
                </a:cubicBezTo>
                <a:cubicBezTo>
                  <a:pt x="4428134" y="2217"/>
                  <a:pt x="4125335" y="52414"/>
                  <a:pt x="3822192" y="18288"/>
                </a:cubicBezTo>
                <a:cubicBezTo>
                  <a:pt x="3519049" y="-15838"/>
                  <a:pt x="3453132" y="3859"/>
                  <a:pt x="3335731" y="18288"/>
                </a:cubicBezTo>
                <a:cubicBezTo>
                  <a:pt x="3218330" y="32717"/>
                  <a:pt x="2718749" y="-13936"/>
                  <a:pt x="2536546" y="18288"/>
                </a:cubicBezTo>
                <a:cubicBezTo>
                  <a:pt x="2354343" y="50512"/>
                  <a:pt x="2190669" y="3238"/>
                  <a:pt x="2050085" y="18288"/>
                </a:cubicBezTo>
                <a:cubicBezTo>
                  <a:pt x="1909501" y="33338"/>
                  <a:pt x="1520975" y="3062"/>
                  <a:pt x="1250899" y="18288"/>
                </a:cubicBezTo>
                <a:cubicBezTo>
                  <a:pt x="980823" y="33514"/>
                  <a:pt x="992936" y="28036"/>
                  <a:pt x="868680" y="18288"/>
                </a:cubicBezTo>
                <a:cubicBezTo>
                  <a:pt x="744424" y="8540"/>
                  <a:pt x="230364" y="33365"/>
                  <a:pt x="0" y="18288"/>
                </a:cubicBezTo>
                <a:cubicBezTo>
                  <a:pt x="-504" y="12101"/>
                  <a:pt x="-591" y="7719"/>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Content Placeholder 2">
            <a:extLst>
              <a:ext uri="{FF2B5EF4-FFF2-40B4-BE49-F238E27FC236}">
                <a16:creationId xmlns:a16="http://schemas.microsoft.com/office/drawing/2014/main" id="{BB2A2C5F-71A7-B815-AA30-C7A93606701A}"/>
              </a:ext>
            </a:extLst>
          </p:cNvPr>
          <p:cNvSpPr>
            <a:spLocks/>
          </p:cNvSpPr>
          <p:nvPr/>
        </p:nvSpPr>
        <p:spPr>
          <a:xfrm>
            <a:off x="838200" y="2269363"/>
            <a:ext cx="2359670" cy="734194"/>
          </a:xfrm>
          <a:prstGeom prst="rect">
            <a:avLst/>
          </a:prstGeom>
        </p:spPr>
        <p:txBody>
          <a:bodyPr/>
          <a:lstStyle/>
          <a:p>
            <a:pPr defTabSz="694944">
              <a:lnSpc>
                <a:spcPct val="200000"/>
              </a:lnSpc>
              <a:spcAft>
                <a:spcPts val="608"/>
              </a:spcAft>
            </a:pPr>
            <a:r>
              <a:rPr lang="en-US" b="1" kern="1200" dirty="0">
                <a:solidFill>
                  <a:srgbClr val="000000"/>
                </a:solidFill>
                <a:latin typeface="Times New Roman" panose="02020603050405020304" pitchFamily="18" charset="0"/>
                <a:ea typeface="+mn-ea"/>
                <a:cs typeface="+mn-cs"/>
              </a:rPr>
              <a:t>Apparatus</a:t>
            </a:r>
            <a:endParaRPr lang="en-US" b="1" kern="1200" dirty="0">
              <a:solidFill>
                <a:schemeClr val="tx1"/>
              </a:solidFill>
              <a:latin typeface="Times New Roman" panose="02020603050405020304" pitchFamily="18" charset="0"/>
              <a:ea typeface="+mn-ea"/>
              <a:cs typeface="+mn-cs"/>
            </a:endParaRPr>
          </a:p>
          <a:p>
            <a:pPr marL="0" indent="0">
              <a:buNone/>
            </a:pPr>
            <a:endParaRPr lang="en-US" dirty="0"/>
          </a:p>
        </p:txBody>
      </p:sp>
      <p:pic>
        <p:nvPicPr>
          <p:cNvPr id="3" name="image14.jpg" descr="Long black rectangular object with a wire&#10;&#10;Description automatically generated">
            <a:extLst>
              <a:ext uri="{FF2B5EF4-FFF2-40B4-BE49-F238E27FC236}">
                <a16:creationId xmlns:a16="http://schemas.microsoft.com/office/drawing/2014/main" id="{7E599677-1D41-768A-42EE-534461CBE172}"/>
              </a:ext>
            </a:extLst>
          </p:cNvPr>
          <p:cNvPicPr/>
          <p:nvPr/>
        </p:nvPicPr>
        <p:blipFill>
          <a:blip r:embed="rId3"/>
          <a:srcRect/>
          <a:stretch>
            <a:fillRect/>
          </a:stretch>
        </p:blipFill>
        <p:spPr>
          <a:xfrm>
            <a:off x="2550265" y="3176306"/>
            <a:ext cx="2259760" cy="1644390"/>
          </a:xfrm>
          <a:prstGeom prst="rect">
            <a:avLst/>
          </a:prstGeom>
          <a:ln/>
        </p:spPr>
      </p:pic>
      <p:pic>
        <p:nvPicPr>
          <p:cNvPr id="5" name="image18.jpg" descr="A person typing on a computer&#10;&#10;Description automatically generated">
            <a:extLst>
              <a:ext uri="{FF2B5EF4-FFF2-40B4-BE49-F238E27FC236}">
                <a16:creationId xmlns:a16="http://schemas.microsoft.com/office/drawing/2014/main" id="{C4132966-16AE-EA1F-80FF-B23102CDAC83}"/>
              </a:ext>
            </a:extLst>
          </p:cNvPr>
          <p:cNvPicPr/>
          <p:nvPr/>
        </p:nvPicPr>
        <p:blipFill>
          <a:blip r:embed="rId4"/>
          <a:srcRect t="8052"/>
          <a:stretch>
            <a:fillRect/>
          </a:stretch>
        </p:blipFill>
        <p:spPr>
          <a:xfrm>
            <a:off x="7360289" y="2277819"/>
            <a:ext cx="2526769" cy="3210680"/>
          </a:xfrm>
          <a:prstGeom prst="rect">
            <a:avLst/>
          </a:prstGeom>
          <a:ln/>
        </p:spPr>
      </p:pic>
      <p:sp>
        <p:nvSpPr>
          <p:cNvPr id="9" name="TextBox 8">
            <a:extLst>
              <a:ext uri="{FF2B5EF4-FFF2-40B4-BE49-F238E27FC236}">
                <a16:creationId xmlns:a16="http://schemas.microsoft.com/office/drawing/2014/main" id="{3A688CBD-2837-EF97-70D1-4FD72DA21769}"/>
              </a:ext>
            </a:extLst>
          </p:cNvPr>
          <p:cNvSpPr txBox="1"/>
          <p:nvPr/>
        </p:nvSpPr>
        <p:spPr>
          <a:xfrm>
            <a:off x="2438877" y="4993445"/>
            <a:ext cx="2482536" cy="302840"/>
          </a:xfrm>
          <a:prstGeom prst="rect">
            <a:avLst/>
          </a:prstGeom>
          <a:noFill/>
        </p:spPr>
        <p:txBody>
          <a:bodyPr wrap="square">
            <a:spAutoFit/>
          </a:bodyPr>
          <a:lstStyle/>
          <a:p>
            <a:pPr defTabSz="694944">
              <a:spcAft>
                <a:spcPts val="600"/>
              </a:spcAft>
            </a:pPr>
            <a:r>
              <a:rPr lang="en-US" sz="1368" kern="1200" dirty="0" err="1">
                <a:solidFill>
                  <a:srgbClr val="000000"/>
                </a:solidFill>
                <a:latin typeface="Times New Roman" panose="02020603050405020304" pitchFamily="18" charset="0"/>
                <a:ea typeface="+mn-ea"/>
                <a:cs typeface="+mn-cs"/>
              </a:rPr>
              <a:t>Tobii</a:t>
            </a:r>
            <a:r>
              <a:rPr lang="en-US" sz="1368" kern="1200" dirty="0">
                <a:solidFill>
                  <a:srgbClr val="000000"/>
                </a:solidFill>
                <a:latin typeface="Times New Roman" panose="02020603050405020304" pitchFamily="18" charset="0"/>
                <a:ea typeface="+mn-ea"/>
                <a:cs typeface="+mn-cs"/>
              </a:rPr>
              <a:t> Pro Fusion eye-tracker</a:t>
            </a:r>
            <a:r>
              <a:rPr lang="en-US" sz="1368" kern="1200" dirty="0">
                <a:solidFill>
                  <a:schemeClr val="tx1"/>
                </a:solidFill>
                <a:latin typeface="+mn-lt"/>
                <a:ea typeface="+mn-ea"/>
                <a:cs typeface="+mn-cs"/>
              </a:rPr>
              <a:t> </a:t>
            </a:r>
            <a:endParaRPr lang="en-US" dirty="0"/>
          </a:p>
        </p:txBody>
      </p:sp>
      <p:sp>
        <p:nvSpPr>
          <p:cNvPr id="14" name="TextBox 13">
            <a:extLst>
              <a:ext uri="{FF2B5EF4-FFF2-40B4-BE49-F238E27FC236}">
                <a16:creationId xmlns:a16="http://schemas.microsoft.com/office/drawing/2014/main" id="{B0EA0814-95B3-6520-52C3-F4558B6537E6}"/>
              </a:ext>
            </a:extLst>
          </p:cNvPr>
          <p:cNvSpPr txBox="1"/>
          <p:nvPr/>
        </p:nvSpPr>
        <p:spPr>
          <a:xfrm>
            <a:off x="7823889" y="5731848"/>
            <a:ext cx="4667772" cy="302840"/>
          </a:xfrm>
          <a:prstGeom prst="rect">
            <a:avLst/>
          </a:prstGeom>
          <a:noFill/>
        </p:spPr>
        <p:txBody>
          <a:bodyPr wrap="square">
            <a:spAutoFit/>
          </a:bodyPr>
          <a:lstStyle/>
          <a:p>
            <a:pPr defTabSz="694944">
              <a:spcAft>
                <a:spcPts val="600"/>
              </a:spcAft>
            </a:pPr>
            <a:r>
              <a:rPr lang="en-US" sz="1368" kern="1200" dirty="0">
                <a:solidFill>
                  <a:srgbClr val="000000"/>
                </a:solidFill>
                <a:latin typeface="Times New Roman" panose="02020603050405020304" pitchFamily="18" charset="0"/>
                <a:ea typeface="+mn-ea"/>
                <a:cs typeface="+mn-cs"/>
              </a:rPr>
              <a:t>Experiment Setup</a:t>
            </a:r>
            <a:r>
              <a:rPr lang="en-US" sz="1368" kern="1200" dirty="0">
                <a:solidFill>
                  <a:schemeClr val="tx1"/>
                </a:solidFill>
                <a:latin typeface="+mn-lt"/>
                <a:ea typeface="+mn-ea"/>
                <a:cs typeface="+mn-cs"/>
              </a:rPr>
              <a:t> </a:t>
            </a:r>
            <a:endParaRPr lang="en-US" dirty="0"/>
          </a:p>
        </p:txBody>
      </p:sp>
    </p:spTree>
    <p:extLst>
      <p:ext uri="{BB962C8B-B14F-4D97-AF65-F5344CB8AC3E}">
        <p14:creationId xmlns:p14="http://schemas.microsoft.com/office/powerpoint/2010/main" val="6274971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B789B59-4947-238C-0562-A876200D27FC}"/>
              </a:ext>
            </a:extLst>
          </p:cNvPr>
          <p:cNvSpPr/>
          <p:nvPr/>
        </p:nvSpPr>
        <p:spPr>
          <a:xfrm>
            <a:off x="3240502" y="2305806"/>
            <a:ext cx="5593583" cy="1862048"/>
          </a:xfrm>
          <a:prstGeom prst="rect">
            <a:avLst/>
          </a:prstGeom>
          <a:noFill/>
        </p:spPr>
        <p:txBody>
          <a:bodyPr wrap="none" lIns="91440" tIns="45720" rIns="91440" bIns="45720">
            <a:spAutoFit/>
          </a:bodyPr>
          <a:lstStyle/>
          <a:p>
            <a:pPr algn="ctr"/>
            <a:r>
              <a:rPr lang="en-US" sz="11500" b="1" cap="none" spc="0" dirty="0">
                <a:ln w="22225">
                  <a:solidFill>
                    <a:schemeClr val="accent2"/>
                  </a:solidFill>
                  <a:prstDash val="solid"/>
                </a:ln>
                <a:solidFill>
                  <a:schemeClr val="accent2">
                    <a:lumMod val="40000"/>
                    <a:lumOff val="60000"/>
                  </a:schemeClr>
                </a:solidFill>
                <a:effectLst/>
              </a:rPr>
              <a:t>MATLAB</a:t>
            </a:r>
          </a:p>
        </p:txBody>
      </p:sp>
      <p:sp>
        <p:nvSpPr>
          <p:cNvPr id="5" name="Rectangle 4">
            <a:extLst>
              <a:ext uri="{FF2B5EF4-FFF2-40B4-BE49-F238E27FC236}">
                <a16:creationId xmlns:a16="http://schemas.microsoft.com/office/drawing/2014/main" id="{7460ADC5-85A6-3A87-83AF-0E828155BD5A}"/>
              </a:ext>
            </a:extLst>
          </p:cNvPr>
          <p:cNvSpPr/>
          <p:nvPr/>
        </p:nvSpPr>
        <p:spPr>
          <a:xfrm>
            <a:off x="4539814" y="3629245"/>
            <a:ext cx="4438267" cy="830997"/>
          </a:xfrm>
          <a:prstGeom prst="rect">
            <a:avLst/>
          </a:prstGeom>
          <a:noFill/>
        </p:spPr>
        <p:txBody>
          <a:bodyPr wrap="square" lIns="91440" tIns="45720" rIns="91440" bIns="45720">
            <a:spAutoFit/>
          </a:bodyPr>
          <a:lstStyle/>
          <a:p>
            <a:pPr algn="ctr"/>
            <a:r>
              <a:rPr lang="en-US" sz="4800" dirty="0">
                <a:ln w="0"/>
                <a:effectLst>
                  <a:outerShdw blurRad="38100" dist="19050" dir="2700000" algn="tl" rotWithShape="0">
                    <a:schemeClr val="dk1">
                      <a:alpha val="40000"/>
                    </a:schemeClr>
                  </a:outerShdw>
                </a:effectLst>
                <a:latin typeface="American Typewriter" panose="02090604020004020304" pitchFamily="18" charset="77"/>
                <a:cs typeface="Algerian" panose="020F0502020204030204" pitchFamily="34" charset="0"/>
              </a:rPr>
              <a:t>Pscyhtoolbox</a:t>
            </a:r>
            <a:endParaRPr lang="en-US" sz="4800" b="1" cap="none" spc="0" dirty="0">
              <a:ln w="6600">
                <a:solidFill>
                  <a:schemeClr val="accent2"/>
                </a:solidFill>
                <a:prstDash val="solid"/>
              </a:ln>
              <a:solidFill>
                <a:srgbClr val="FFFFFF"/>
              </a:solidFill>
              <a:effectLst>
                <a:outerShdw dist="38100" dir="2700000" algn="tl" rotWithShape="0">
                  <a:schemeClr val="accent2"/>
                </a:outerShdw>
              </a:effectLst>
              <a:latin typeface="American Typewriter" panose="02090604020004020304" pitchFamily="18" charset="77"/>
              <a:cs typeface="Algerian" panose="020F0502020204030204" pitchFamily="34" charset="0"/>
            </a:endParaRPr>
          </a:p>
        </p:txBody>
      </p:sp>
      <p:sp>
        <p:nvSpPr>
          <p:cNvPr id="6" name="Rectangle 5">
            <a:extLst>
              <a:ext uri="{FF2B5EF4-FFF2-40B4-BE49-F238E27FC236}">
                <a16:creationId xmlns:a16="http://schemas.microsoft.com/office/drawing/2014/main" id="{9765CEAF-BE11-F149-4DE4-F411ECC76355}"/>
              </a:ext>
            </a:extLst>
          </p:cNvPr>
          <p:cNvSpPr/>
          <p:nvPr/>
        </p:nvSpPr>
        <p:spPr>
          <a:xfrm>
            <a:off x="3064954" y="1526476"/>
            <a:ext cx="3911031" cy="1323439"/>
          </a:xfrm>
          <a:prstGeom prst="rect">
            <a:avLst/>
          </a:prstGeom>
          <a:noFill/>
        </p:spPr>
        <p:txBody>
          <a:bodyPr wrap="squar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8000" b="1" cap="none" spc="0" dirty="0">
                <a:ln/>
                <a:solidFill>
                  <a:schemeClr val="accent4"/>
                </a:solidFill>
                <a:effectLst/>
              </a:rPr>
              <a:t>Python</a:t>
            </a:r>
          </a:p>
        </p:txBody>
      </p:sp>
      <p:sp>
        <p:nvSpPr>
          <p:cNvPr id="7" name="Rectangle 6">
            <a:extLst>
              <a:ext uri="{FF2B5EF4-FFF2-40B4-BE49-F238E27FC236}">
                <a16:creationId xmlns:a16="http://schemas.microsoft.com/office/drawing/2014/main" id="{30DF8DE9-53A3-3573-443D-B76E5ECA214F}"/>
              </a:ext>
            </a:extLst>
          </p:cNvPr>
          <p:cNvSpPr/>
          <p:nvPr/>
        </p:nvSpPr>
        <p:spPr>
          <a:xfrm>
            <a:off x="6758948" y="1854585"/>
            <a:ext cx="1594284" cy="923330"/>
          </a:xfrm>
          <a:prstGeom prst="rect">
            <a:avLst/>
          </a:prstGeom>
          <a:noFill/>
        </p:spPr>
        <p:txBody>
          <a:bodyPr wrap="none" lIns="91440" tIns="45720" rIns="91440" bIns="45720">
            <a:spAutoFit/>
          </a:bodyPr>
          <a:lstStyle/>
          <a:p>
            <a:pPr algn="ctr"/>
            <a:r>
              <a:rPr lang="en-US" sz="5400" b="1" cap="none" spc="0" dirty="0">
                <a:ln w="9525">
                  <a:solidFill>
                    <a:schemeClr val="bg1"/>
                  </a:solidFill>
                  <a:prstDash val="solid"/>
                </a:ln>
                <a:solidFill>
                  <a:schemeClr val="accent2">
                    <a:lumMod val="75000"/>
                  </a:schemeClr>
                </a:solidFill>
                <a:effectLst>
                  <a:outerShdw blurRad="12700" dist="38100" dir="2700000" algn="tl" rotWithShape="0">
                    <a:schemeClr val="bg1">
                      <a:lumMod val="50000"/>
                    </a:schemeClr>
                  </a:outerShdw>
                </a:effectLst>
                <a:latin typeface="Aharoni" panose="02010803020104030203" pitchFamily="2" charset="-79"/>
                <a:cs typeface="Aharoni" panose="02010803020104030203" pitchFamily="2" charset="-79"/>
              </a:rPr>
              <a:t>Titta</a:t>
            </a:r>
          </a:p>
        </p:txBody>
      </p:sp>
      <p:sp>
        <p:nvSpPr>
          <p:cNvPr id="8" name="Rectangle 7">
            <a:extLst>
              <a:ext uri="{FF2B5EF4-FFF2-40B4-BE49-F238E27FC236}">
                <a16:creationId xmlns:a16="http://schemas.microsoft.com/office/drawing/2014/main" id="{00936A91-CCA8-3D2B-5327-8535A801BB44}"/>
              </a:ext>
            </a:extLst>
          </p:cNvPr>
          <p:cNvSpPr/>
          <p:nvPr/>
        </p:nvSpPr>
        <p:spPr>
          <a:xfrm>
            <a:off x="3033421" y="3629245"/>
            <a:ext cx="1987048" cy="1107996"/>
          </a:xfrm>
          <a:prstGeom prst="rect">
            <a:avLst/>
          </a:prstGeom>
          <a:noFill/>
        </p:spPr>
        <p:txBody>
          <a:bodyPr wrap="square" lIns="91440" tIns="45720" rIns="91440" bIns="45720">
            <a:spAutoFit/>
          </a:bodyPr>
          <a:lstStyle/>
          <a:p>
            <a:pPr algn="ctr"/>
            <a:r>
              <a:rPr lang="en-US" sz="6600" b="1" cap="none" spc="50" dirty="0">
                <a:ln w="0"/>
                <a:solidFill>
                  <a:schemeClr val="bg2"/>
                </a:solidFill>
                <a:effectLst>
                  <a:innerShdw blurRad="63500" dist="50800" dir="13500000">
                    <a:srgbClr val="000000">
                      <a:alpha val="50000"/>
                    </a:srgbClr>
                  </a:innerShdw>
                </a:effectLst>
                <a:latin typeface="Broadway" panose="020F0502020204030204" pitchFamily="34" charset="0"/>
                <a:cs typeface="Broadway" panose="020F0502020204030204" pitchFamily="34" charset="0"/>
              </a:rPr>
              <a:t>PIL</a:t>
            </a:r>
          </a:p>
        </p:txBody>
      </p:sp>
      <p:sp>
        <p:nvSpPr>
          <p:cNvPr id="9" name="Rectangle 8">
            <a:extLst>
              <a:ext uri="{FF2B5EF4-FFF2-40B4-BE49-F238E27FC236}">
                <a16:creationId xmlns:a16="http://schemas.microsoft.com/office/drawing/2014/main" id="{1F69A604-E290-C20D-C750-1EB7469D1FE4}"/>
              </a:ext>
            </a:extLst>
          </p:cNvPr>
          <p:cNvSpPr/>
          <p:nvPr/>
        </p:nvSpPr>
        <p:spPr>
          <a:xfrm>
            <a:off x="6206928" y="1567142"/>
            <a:ext cx="1538113" cy="461665"/>
          </a:xfrm>
          <a:prstGeom prst="rect">
            <a:avLst/>
          </a:prstGeom>
          <a:noFill/>
        </p:spPr>
        <p:txBody>
          <a:bodyPr wrap="none" lIns="91440" tIns="45720" rIns="91440" bIns="45720">
            <a:spAutoFit/>
          </a:bodyPr>
          <a:lstStyle/>
          <a:p>
            <a:pPr algn="ctr"/>
            <a:r>
              <a:rPr lang="en-US" sz="2400" dirty="0">
                <a:ln w="0"/>
                <a:gradFill>
                  <a:gsLst>
                    <a:gs pos="21000">
                      <a:srgbClr val="53575C"/>
                    </a:gs>
                    <a:gs pos="88000">
                      <a:srgbClr val="C5C7CA"/>
                    </a:gs>
                  </a:gsLst>
                  <a:lin ang="5400000"/>
                </a:gradFill>
              </a:rPr>
              <a:t>Matplotlib</a:t>
            </a:r>
          </a:p>
        </p:txBody>
      </p:sp>
      <p:sp>
        <p:nvSpPr>
          <p:cNvPr id="10" name="Rectangle 9">
            <a:extLst>
              <a:ext uri="{FF2B5EF4-FFF2-40B4-BE49-F238E27FC236}">
                <a16:creationId xmlns:a16="http://schemas.microsoft.com/office/drawing/2014/main" id="{0C63CB71-F0A8-2B48-28D4-6E3F7CF67899}"/>
              </a:ext>
            </a:extLst>
          </p:cNvPr>
          <p:cNvSpPr/>
          <p:nvPr/>
        </p:nvSpPr>
        <p:spPr>
          <a:xfrm>
            <a:off x="4189965" y="4488257"/>
            <a:ext cx="1304844" cy="523220"/>
          </a:xfrm>
          <a:prstGeom prst="rect">
            <a:avLst/>
          </a:prstGeom>
          <a:noFill/>
        </p:spPr>
        <p:txBody>
          <a:bodyPr wrap="none" lIns="91440" tIns="45720" rIns="91440" bIns="45720">
            <a:spAutoFit/>
          </a:bodyPr>
          <a:lstStyle/>
          <a:p>
            <a:pPr algn="ctr"/>
            <a:r>
              <a:rPr lang="en-US" sz="2800" dirty="0">
                <a:ln w="0"/>
                <a:solidFill>
                  <a:schemeClr val="accent1"/>
                </a:solidFill>
                <a:effectLst>
                  <a:outerShdw blurRad="38100" dist="25400" dir="5400000" algn="ctr" rotWithShape="0">
                    <a:srgbClr val="6E747A">
                      <a:alpha val="43000"/>
                    </a:srgbClr>
                  </a:outerShdw>
                </a:effectLst>
              </a:rPr>
              <a:t>Numpy</a:t>
            </a:r>
          </a:p>
        </p:txBody>
      </p:sp>
      <p:sp>
        <p:nvSpPr>
          <p:cNvPr id="11" name="Rectangle 10">
            <a:extLst>
              <a:ext uri="{FF2B5EF4-FFF2-40B4-BE49-F238E27FC236}">
                <a16:creationId xmlns:a16="http://schemas.microsoft.com/office/drawing/2014/main" id="{3F649598-8972-68A4-85BE-4B94E3187A39}"/>
              </a:ext>
            </a:extLst>
          </p:cNvPr>
          <p:cNvSpPr/>
          <p:nvPr/>
        </p:nvSpPr>
        <p:spPr>
          <a:xfrm>
            <a:off x="5423061" y="4240945"/>
            <a:ext cx="2548263" cy="923330"/>
          </a:xfrm>
          <a:prstGeom prst="rect">
            <a:avLst/>
          </a:prstGeom>
          <a:noFill/>
        </p:spPr>
        <p:txBody>
          <a:bodyPr wrap="none" lIns="91440" tIns="45720" rIns="91440" bIns="45720">
            <a:spAutoFit/>
          </a:bodyPr>
          <a:lstStyle/>
          <a:p>
            <a:pPr algn="ctr"/>
            <a:r>
              <a:rPr lang="en-US" sz="5400" b="1" cap="none" spc="50" dirty="0">
                <a:ln w="9525" cmpd="sng">
                  <a:solidFill>
                    <a:schemeClr val="accent1"/>
                  </a:solidFill>
                  <a:prstDash val="solid"/>
                </a:ln>
                <a:solidFill>
                  <a:srgbClr val="70AD47">
                    <a:tint val="1000"/>
                  </a:srgbClr>
                </a:solidFill>
                <a:effectLst>
                  <a:glow rad="38100">
                    <a:schemeClr val="accent1">
                      <a:alpha val="40000"/>
                    </a:schemeClr>
                  </a:glow>
                </a:effectLst>
              </a:rPr>
              <a:t>Pandas</a:t>
            </a:r>
          </a:p>
        </p:txBody>
      </p:sp>
      <p:sp>
        <p:nvSpPr>
          <p:cNvPr id="12" name="Rectangle 11">
            <a:extLst>
              <a:ext uri="{FF2B5EF4-FFF2-40B4-BE49-F238E27FC236}">
                <a16:creationId xmlns:a16="http://schemas.microsoft.com/office/drawing/2014/main" id="{BC091E4E-376F-C972-3ED9-D9066EA623CE}"/>
              </a:ext>
            </a:extLst>
          </p:cNvPr>
          <p:cNvSpPr/>
          <p:nvPr/>
        </p:nvSpPr>
        <p:spPr>
          <a:xfrm>
            <a:off x="7745041" y="4229022"/>
            <a:ext cx="1043876" cy="369332"/>
          </a:xfrm>
          <a:prstGeom prst="rect">
            <a:avLst/>
          </a:prstGeom>
          <a:noFill/>
        </p:spPr>
        <p:txBody>
          <a:bodyPr wrap="none" lIns="91440" tIns="45720" rIns="91440" bIns="45720">
            <a:spAutoFit/>
          </a:bodyPr>
          <a:lstStyle/>
          <a:p>
            <a:pPr algn="ctr"/>
            <a:r>
              <a:rPr lang="en-US" b="1" dirty="0">
                <a:ln w="9525">
                  <a:solidFill>
                    <a:schemeClr val="bg1"/>
                  </a:solidFill>
                  <a:prstDash val="solid"/>
                </a:ln>
                <a:effectLst>
                  <a:outerShdw blurRad="12700" dist="38100" dir="2700000" algn="tl" rotWithShape="0">
                    <a:schemeClr val="bg1">
                      <a:lumMod val="50000"/>
                    </a:schemeClr>
                  </a:outerShdw>
                </a:effectLst>
              </a:rPr>
              <a:t>seaborn</a:t>
            </a:r>
            <a:endParaRPr lang="en-US"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sp>
        <p:nvSpPr>
          <p:cNvPr id="13" name="TextBox 12">
            <a:extLst>
              <a:ext uri="{FF2B5EF4-FFF2-40B4-BE49-F238E27FC236}">
                <a16:creationId xmlns:a16="http://schemas.microsoft.com/office/drawing/2014/main" id="{82F5559D-3919-5198-7774-865FD325D308}"/>
              </a:ext>
            </a:extLst>
          </p:cNvPr>
          <p:cNvSpPr txBox="1"/>
          <p:nvPr/>
        </p:nvSpPr>
        <p:spPr>
          <a:xfrm>
            <a:off x="2888343" y="1436914"/>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37068288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AFF8D2E5-2C4E-47B1-930B-6C82B7C313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3999392-2641-F1C0-B0CF-25190D9F0367}"/>
              </a:ext>
            </a:extLst>
          </p:cNvPr>
          <p:cNvSpPr>
            <a:spLocks noGrp="1"/>
          </p:cNvSpPr>
          <p:nvPr>
            <p:ph type="title"/>
          </p:nvPr>
        </p:nvSpPr>
        <p:spPr>
          <a:xfrm>
            <a:off x="841248" y="251312"/>
            <a:ext cx="10506456" cy="1010264"/>
          </a:xfrm>
        </p:spPr>
        <p:txBody>
          <a:bodyPr anchor="ctr">
            <a:normAutofit/>
          </a:bodyPr>
          <a:lstStyle/>
          <a:p>
            <a:r>
              <a:rPr lang="en-US"/>
              <a:t>Methodology</a:t>
            </a:r>
            <a:endParaRPr lang="en-US" dirty="0"/>
          </a:p>
        </p:txBody>
      </p:sp>
      <p:sp>
        <p:nvSpPr>
          <p:cNvPr id="22" name="Rectangle 21">
            <a:extLst>
              <a:ext uri="{FF2B5EF4-FFF2-40B4-BE49-F238E27FC236}">
                <a16:creationId xmlns:a16="http://schemas.microsoft.com/office/drawing/2014/main" id="{801E4ADA-0EA9-4930-846E-3C11E8BED6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17618"/>
            <a:ext cx="128016" cy="63141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 name="Rectangle 22">
            <a:extLst>
              <a:ext uri="{FF2B5EF4-FFF2-40B4-BE49-F238E27FC236}">
                <a16:creationId xmlns:a16="http://schemas.microsoft.com/office/drawing/2014/main" id="{FB92FFCE-0C90-454E-AA25-D4EE9A6C39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1380864"/>
            <a:ext cx="10506456"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30B5B08B-C082-7AB5-BE2E-93B6C0D815F8}"/>
              </a:ext>
            </a:extLst>
          </p:cNvPr>
          <p:cNvSpPr>
            <a:spLocks/>
          </p:cNvSpPr>
          <p:nvPr/>
        </p:nvSpPr>
        <p:spPr>
          <a:xfrm>
            <a:off x="838200" y="1768918"/>
            <a:ext cx="10506456" cy="4347554"/>
          </a:xfrm>
          <a:prstGeom prst="rect">
            <a:avLst/>
          </a:prstGeom>
        </p:spPr>
        <p:txBody>
          <a:bodyPr/>
          <a:lstStyle/>
          <a:p>
            <a:pPr defTabSz="905256">
              <a:spcAft>
                <a:spcPts val="600"/>
              </a:spcAft>
            </a:pPr>
            <a:r>
              <a:rPr lang="en-US" sz="1782" b="1" kern="1200" dirty="0">
                <a:solidFill>
                  <a:srgbClr val="000000"/>
                </a:solidFill>
                <a:latin typeface="Times New Roman" panose="02020603050405020304" pitchFamily="18" charset="0"/>
                <a:ea typeface="+mn-ea"/>
                <a:cs typeface="Times New Roman" panose="02020603050405020304" pitchFamily="18" charset="0"/>
              </a:rPr>
              <a:t>Data Set</a:t>
            </a:r>
            <a:endParaRPr lang="en-US" sz="1782" b="1" kern="1200" dirty="0">
              <a:solidFill>
                <a:schemeClr val="tx1"/>
              </a:solidFill>
              <a:latin typeface="Times New Roman" panose="02020603050405020304" pitchFamily="18" charset="0"/>
              <a:ea typeface="+mn-ea"/>
              <a:cs typeface="Arial" panose="020B0604020202020204" pitchFamily="34" charset="0"/>
            </a:endParaRPr>
          </a:p>
          <a:p>
            <a:pPr marL="0" indent="0">
              <a:spcAft>
                <a:spcPts val="600"/>
              </a:spcAft>
              <a:buNone/>
            </a:pPr>
            <a:endParaRPr lang="en-US" dirty="0"/>
          </a:p>
        </p:txBody>
      </p:sp>
      <p:pic>
        <p:nvPicPr>
          <p:cNvPr id="4" name="image12.png" descr="A person sitting on the floor writing in a book&#10;&#10;Description automatically generated">
            <a:extLst>
              <a:ext uri="{FF2B5EF4-FFF2-40B4-BE49-F238E27FC236}">
                <a16:creationId xmlns:a16="http://schemas.microsoft.com/office/drawing/2014/main" id="{6185E741-7495-EF6E-3B31-6EF86229BC98}"/>
              </a:ext>
            </a:extLst>
          </p:cNvPr>
          <p:cNvPicPr/>
          <p:nvPr/>
        </p:nvPicPr>
        <p:blipFill>
          <a:blip r:embed="rId3"/>
          <a:srcRect/>
          <a:stretch>
            <a:fillRect/>
          </a:stretch>
        </p:blipFill>
        <p:spPr>
          <a:xfrm>
            <a:off x="1398821" y="2515431"/>
            <a:ext cx="2521273" cy="2378341"/>
          </a:xfrm>
          <a:prstGeom prst="rect">
            <a:avLst/>
          </a:prstGeom>
          <a:ln/>
        </p:spPr>
      </p:pic>
      <p:pic>
        <p:nvPicPr>
          <p:cNvPr id="5" name="image16.png" descr="A painting of a person with a scarf&#10;&#10;Description automatically generated">
            <a:extLst>
              <a:ext uri="{FF2B5EF4-FFF2-40B4-BE49-F238E27FC236}">
                <a16:creationId xmlns:a16="http://schemas.microsoft.com/office/drawing/2014/main" id="{D7862447-6BDF-4CB4-12A7-BF77E7BFCA14}"/>
              </a:ext>
            </a:extLst>
          </p:cNvPr>
          <p:cNvPicPr/>
          <p:nvPr/>
        </p:nvPicPr>
        <p:blipFill>
          <a:blip r:embed="rId4"/>
          <a:srcRect/>
          <a:stretch>
            <a:fillRect/>
          </a:stretch>
        </p:blipFill>
        <p:spPr>
          <a:xfrm>
            <a:off x="5569099" y="2141715"/>
            <a:ext cx="1795838" cy="3121162"/>
          </a:xfrm>
          <a:prstGeom prst="rect">
            <a:avLst/>
          </a:prstGeom>
          <a:ln/>
        </p:spPr>
      </p:pic>
      <p:pic>
        <p:nvPicPr>
          <p:cNvPr id="6" name="image11.png" descr="A person reading a book&#10;&#10;Description automatically generated">
            <a:extLst>
              <a:ext uri="{FF2B5EF4-FFF2-40B4-BE49-F238E27FC236}">
                <a16:creationId xmlns:a16="http://schemas.microsoft.com/office/drawing/2014/main" id="{B4590909-64C9-FD04-6D7B-F9897FF99D20}"/>
              </a:ext>
            </a:extLst>
          </p:cNvPr>
          <p:cNvPicPr/>
          <p:nvPr/>
        </p:nvPicPr>
        <p:blipFill>
          <a:blip r:embed="rId5"/>
          <a:srcRect/>
          <a:stretch>
            <a:fillRect/>
          </a:stretch>
        </p:blipFill>
        <p:spPr>
          <a:xfrm>
            <a:off x="8452291" y="2307794"/>
            <a:ext cx="2892364" cy="2408997"/>
          </a:xfrm>
          <a:prstGeom prst="rect">
            <a:avLst/>
          </a:prstGeom>
          <a:ln/>
        </p:spPr>
      </p:pic>
      <p:sp>
        <p:nvSpPr>
          <p:cNvPr id="7" name="TextBox 6">
            <a:extLst>
              <a:ext uri="{FF2B5EF4-FFF2-40B4-BE49-F238E27FC236}">
                <a16:creationId xmlns:a16="http://schemas.microsoft.com/office/drawing/2014/main" id="{35A73086-468A-EDC8-45BA-E8BD5D7D6EED}"/>
              </a:ext>
            </a:extLst>
          </p:cNvPr>
          <p:cNvSpPr txBox="1"/>
          <p:nvPr/>
        </p:nvSpPr>
        <p:spPr>
          <a:xfrm>
            <a:off x="1242659" y="5262878"/>
            <a:ext cx="2821010" cy="307509"/>
          </a:xfrm>
          <a:prstGeom prst="rect">
            <a:avLst/>
          </a:prstGeom>
          <a:noFill/>
        </p:spPr>
        <p:txBody>
          <a:bodyPr wrap="none" rtlCol="0">
            <a:spAutoFit/>
          </a:bodyPr>
          <a:lstStyle/>
          <a:p>
            <a:pPr defTabSz="905256">
              <a:spcAft>
                <a:spcPts val="600"/>
              </a:spcAft>
            </a:pPr>
            <a:r>
              <a:rPr lang="en-US" sz="1386" kern="1200">
                <a:solidFill>
                  <a:schemeClr val="tx1"/>
                </a:solidFill>
                <a:latin typeface="+mn-lt"/>
                <a:ea typeface="+mn-ea"/>
                <a:cs typeface="+mn-cs"/>
              </a:rPr>
              <a:t>Sample Female Intellectual Image</a:t>
            </a:r>
            <a:endParaRPr lang="en-US" sz="1400"/>
          </a:p>
        </p:txBody>
      </p:sp>
      <p:sp>
        <p:nvSpPr>
          <p:cNvPr id="8" name="TextBox 7">
            <a:extLst>
              <a:ext uri="{FF2B5EF4-FFF2-40B4-BE49-F238E27FC236}">
                <a16:creationId xmlns:a16="http://schemas.microsoft.com/office/drawing/2014/main" id="{17361131-0C18-66BC-011A-79043D76C736}"/>
              </a:ext>
            </a:extLst>
          </p:cNvPr>
          <p:cNvSpPr txBox="1"/>
          <p:nvPr/>
        </p:nvSpPr>
        <p:spPr>
          <a:xfrm>
            <a:off x="8590722" y="5262877"/>
            <a:ext cx="2621513" cy="307509"/>
          </a:xfrm>
          <a:prstGeom prst="rect">
            <a:avLst/>
          </a:prstGeom>
          <a:noFill/>
        </p:spPr>
        <p:txBody>
          <a:bodyPr wrap="none" rtlCol="0">
            <a:spAutoFit/>
          </a:bodyPr>
          <a:lstStyle/>
          <a:p>
            <a:pPr defTabSz="905256">
              <a:spcAft>
                <a:spcPts val="600"/>
              </a:spcAft>
            </a:pPr>
            <a:r>
              <a:rPr lang="en-US" sz="1386" kern="1200">
                <a:solidFill>
                  <a:schemeClr val="tx1"/>
                </a:solidFill>
                <a:latin typeface="+mn-lt"/>
                <a:ea typeface="+mn-ea"/>
                <a:cs typeface="+mn-cs"/>
              </a:rPr>
              <a:t>Sample Male Intellectual Image</a:t>
            </a:r>
            <a:endParaRPr lang="en-US" sz="1400"/>
          </a:p>
        </p:txBody>
      </p:sp>
      <p:sp>
        <p:nvSpPr>
          <p:cNvPr id="9" name="TextBox 8">
            <a:extLst>
              <a:ext uri="{FF2B5EF4-FFF2-40B4-BE49-F238E27FC236}">
                <a16:creationId xmlns:a16="http://schemas.microsoft.com/office/drawing/2014/main" id="{B6EC12D1-4E53-2853-F0DF-97D085C9165A}"/>
              </a:ext>
            </a:extLst>
          </p:cNvPr>
          <p:cNvSpPr txBox="1"/>
          <p:nvPr/>
        </p:nvSpPr>
        <p:spPr>
          <a:xfrm>
            <a:off x="5018046" y="5262878"/>
            <a:ext cx="2612353" cy="307509"/>
          </a:xfrm>
          <a:prstGeom prst="rect">
            <a:avLst/>
          </a:prstGeom>
          <a:noFill/>
        </p:spPr>
        <p:txBody>
          <a:bodyPr wrap="none" rtlCol="0">
            <a:spAutoFit/>
          </a:bodyPr>
          <a:lstStyle/>
          <a:p>
            <a:pPr defTabSz="905256">
              <a:spcAft>
                <a:spcPts val="600"/>
              </a:spcAft>
            </a:pPr>
            <a:r>
              <a:rPr lang="en-US" sz="1386" kern="1200">
                <a:solidFill>
                  <a:schemeClr val="tx1"/>
                </a:solidFill>
                <a:latin typeface="+mn-lt"/>
                <a:ea typeface="+mn-ea"/>
                <a:cs typeface="+mn-cs"/>
              </a:rPr>
              <a:t>Sample Female Ordinary Image</a:t>
            </a:r>
            <a:endParaRPr lang="en-US" sz="1400"/>
          </a:p>
        </p:txBody>
      </p:sp>
      <p:sp>
        <p:nvSpPr>
          <p:cNvPr id="10" name="Rectangle 9">
            <a:extLst>
              <a:ext uri="{FF2B5EF4-FFF2-40B4-BE49-F238E27FC236}">
                <a16:creationId xmlns:a16="http://schemas.microsoft.com/office/drawing/2014/main" id="{DF7A5159-DEA0-3AD4-3FD7-ED2B31842FBD}"/>
              </a:ext>
            </a:extLst>
          </p:cNvPr>
          <p:cNvSpPr/>
          <p:nvPr/>
        </p:nvSpPr>
        <p:spPr>
          <a:xfrm>
            <a:off x="2144185" y="5516221"/>
            <a:ext cx="737702" cy="923330"/>
          </a:xfrm>
          <a:prstGeom prst="rect">
            <a:avLst/>
          </a:prstGeom>
          <a:noFill/>
        </p:spPr>
        <p:txBody>
          <a:bodyPr wrap="none" lIns="91440" tIns="45720" rIns="91440" bIns="45720">
            <a:spAutoFit/>
          </a:bodyPr>
          <a:lstStyle/>
          <a:p>
            <a:pPr algn="ctr"/>
            <a:r>
              <a:rPr lang="en-US" sz="5400" b="1" cap="none" spc="0" dirty="0">
                <a:ln w="9525">
                  <a:solidFill>
                    <a:schemeClr val="bg1"/>
                  </a:solidFill>
                  <a:prstDash val="solid"/>
                </a:ln>
                <a:solidFill>
                  <a:schemeClr val="accent2">
                    <a:lumMod val="75000"/>
                  </a:schemeClr>
                </a:solidFill>
                <a:effectLst>
                  <a:outerShdw blurRad="12700" dist="38100" dir="2700000" algn="tl" rotWithShape="0">
                    <a:schemeClr val="bg1">
                      <a:lumMod val="50000"/>
                    </a:schemeClr>
                  </a:outerShdw>
                </a:effectLst>
                <a:latin typeface="Aharoni" panose="02010803020104030203" pitchFamily="2" charset="-79"/>
                <a:cs typeface="Aharoni" panose="02010803020104030203" pitchFamily="2" charset="-79"/>
              </a:rPr>
              <a:t>FI</a:t>
            </a:r>
          </a:p>
        </p:txBody>
      </p:sp>
      <p:sp>
        <p:nvSpPr>
          <p:cNvPr id="11" name="Rectangle 10">
            <a:extLst>
              <a:ext uri="{FF2B5EF4-FFF2-40B4-BE49-F238E27FC236}">
                <a16:creationId xmlns:a16="http://schemas.microsoft.com/office/drawing/2014/main" id="{131C753B-15FA-4EE5-A865-BB28187FF2C3}"/>
              </a:ext>
            </a:extLst>
          </p:cNvPr>
          <p:cNvSpPr/>
          <p:nvPr/>
        </p:nvSpPr>
        <p:spPr>
          <a:xfrm>
            <a:off x="9510977" y="5516200"/>
            <a:ext cx="1035861" cy="923330"/>
          </a:xfrm>
          <a:prstGeom prst="rect">
            <a:avLst/>
          </a:prstGeom>
          <a:noFill/>
        </p:spPr>
        <p:txBody>
          <a:bodyPr wrap="none" lIns="91440" tIns="45720" rIns="91440" bIns="45720">
            <a:spAutoFit/>
          </a:bodyPr>
          <a:lstStyle/>
          <a:p>
            <a:pPr algn="ctr"/>
            <a:r>
              <a:rPr lang="en-US" sz="5400" b="1" dirty="0">
                <a:ln w="9525">
                  <a:solidFill>
                    <a:schemeClr val="bg1"/>
                  </a:solidFill>
                  <a:prstDash val="solid"/>
                </a:ln>
                <a:solidFill>
                  <a:schemeClr val="accent2">
                    <a:lumMod val="75000"/>
                  </a:schemeClr>
                </a:solidFill>
                <a:effectLst>
                  <a:outerShdw blurRad="12700" dist="38100" dir="2700000" algn="tl" rotWithShape="0">
                    <a:schemeClr val="bg1">
                      <a:lumMod val="50000"/>
                    </a:schemeClr>
                  </a:outerShdw>
                </a:effectLst>
                <a:latin typeface="Aharoni" panose="02010803020104030203" pitchFamily="2" charset="-79"/>
                <a:cs typeface="Aharoni" panose="02010803020104030203" pitchFamily="2" charset="-79"/>
              </a:rPr>
              <a:t>M</a:t>
            </a:r>
            <a:r>
              <a:rPr lang="en-US" sz="5400" b="1" cap="none" spc="0" dirty="0">
                <a:ln w="9525">
                  <a:solidFill>
                    <a:schemeClr val="bg1"/>
                  </a:solidFill>
                  <a:prstDash val="solid"/>
                </a:ln>
                <a:solidFill>
                  <a:schemeClr val="accent2">
                    <a:lumMod val="75000"/>
                  </a:schemeClr>
                </a:solidFill>
                <a:effectLst>
                  <a:outerShdw blurRad="12700" dist="38100" dir="2700000" algn="tl" rotWithShape="0">
                    <a:schemeClr val="bg1">
                      <a:lumMod val="50000"/>
                    </a:schemeClr>
                  </a:outerShdw>
                </a:effectLst>
                <a:latin typeface="Aharoni" panose="02010803020104030203" pitchFamily="2" charset="-79"/>
                <a:cs typeface="Aharoni" panose="02010803020104030203" pitchFamily="2" charset="-79"/>
              </a:rPr>
              <a:t>I</a:t>
            </a:r>
          </a:p>
        </p:txBody>
      </p:sp>
      <p:sp>
        <p:nvSpPr>
          <p:cNvPr id="12" name="Rectangle 11">
            <a:extLst>
              <a:ext uri="{FF2B5EF4-FFF2-40B4-BE49-F238E27FC236}">
                <a16:creationId xmlns:a16="http://schemas.microsoft.com/office/drawing/2014/main" id="{A904B75A-9795-8218-C64C-2A1B404A1E80}"/>
              </a:ext>
            </a:extLst>
          </p:cNvPr>
          <p:cNvSpPr/>
          <p:nvPr/>
        </p:nvSpPr>
        <p:spPr>
          <a:xfrm>
            <a:off x="5780643" y="5562908"/>
            <a:ext cx="1087157" cy="923330"/>
          </a:xfrm>
          <a:prstGeom prst="rect">
            <a:avLst/>
          </a:prstGeom>
          <a:noFill/>
        </p:spPr>
        <p:txBody>
          <a:bodyPr wrap="none" lIns="91440" tIns="45720" rIns="91440" bIns="45720">
            <a:spAutoFit/>
          </a:bodyPr>
          <a:lstStyle/>
          <a:p>
            <a:pPr algn="ctr"/>
            <a:r>
              <a:rPr lang="en-US" sz="5400" b="1" cap="none" spc="0" dirty="0">
                <a:ln w="9525">
                  <a:solidFill>
                    <a:schemeClr val="bg1"/>
                  </a:solidFill>
                  <a:prstDash val="solid"/>
                </a:ln>
                <a:solidFill>
                  <a:schemeClr val="accent2">
                    <a:lumMod val="75000"/>
                  </a:schemeClr>
                </a:solidFill>
                <a:effectLst>
                  <a:outerShdw blurRad="12700" dist="38100" dir="2700000" algn="tl" rotWithShape="0">
                    <a:schemeClr val="bg1">
                      <a:lumMod val="50000"/>
                    </a:schemeClr>
                  </a:outerShdw>
                </a:effectLst>
                <a:latin typeface="Aharoni" panose="02010803020104030203" pitchFamily="2" charset="-79"/>
                <a:cs typeface="Aharoni" panose="02010803020104030203" pitchFamily="2" charset="-79"/>
              </a:rPr>
              <a:t>FO</a:t>
            </a:r>
          </a:p>
        </p:txBody>
      </p:sp>
    </p:spTree>
    <p:extLst>
      <p:ext uri="{BB962C8B-B14F-4D97-AF65-F5344CB8AC3E}">
        <p14:creationId xmlns:p14="http://schemas.microsoft.com/office/powerpoint/2010/main" val="29686399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35DB3719-6FDC-4E5D-891D-FF40B7300F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0942E69-AB0F-AF86-AE97-EF3BD35D0C74}"/>
              </a:ext>
            </a:extLst>
          </p:cNvPr>
          <p:cNvSpPr>
            <a:spLocks noGrp="1"/>
          </p:cNvSpPr>
          <p:nvPr>
            <p:ph type="title"/>
          </p:nvPr>
        </p:nvSpPr>
        <p:spPr>
          <a:xfrm>
            <a:off x="838200" y="365125"/>
            <a:ext cx="10515600" cy="1325563"/>
          </a:xfrm>
        </p:spPr>
        <p:txBody>
          <a:bodyPr>
            <a:normAutofit/>
          </a:bodyPr>
          <a:lstStyle/>
          <a:p>
            <a:r>
              <a:rPr lang="en-US" sz="5400"/>
              <a:t>Methodology</a:t>
            </a:r>
          </a:p>
        </p:txBody>
      </p:sp>
      <p:sp>
        <p:nvSpPr>
          <p:cNvPr id="22" name="sketch line">
            <a:extLst>
              <a:ext uri="{FF2B5EF4-FFF2-40B4-BE49-F238E27FC236}">
                <a16:creationId xmlns:a16="http://schemas.microsoft.com/office/drawing/2014/main" id="{E0CBAC23-2E3F-4A90-BA59-F8299F6A54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1865313"/>
            <a:ext cx="10424160" cy="18288"/>
          </a:xfrm>
          <a:custGeom>
            <a:avLst/>
            <a:gdLst>
              <a:gd name="connsiteX0" fmla="*/ 0 w 10424160"/>
              <a:gd name="connsiteY0" fmla="*/ 0 h 18288"/>
              <a:gd name="connsiteX1" fmla="*/ 903427 w 10424160"/>
              <a:gd name="connsiteY1" fmla="*/ 0 h 18288"/>
              <a:gd name="connsiteX2" fmla="*/ 1389888 w 10424160"/>
              <a:gd name="connsiteY2" fmla="*/ 0 h 18288"/>
              <a:gd name="connsiteX3" fmla="*/ 2189074 w 10424160"/>
              <a:gd name="connsiteY3" fmla="*/ 0 h 18288"/>
              <a:gd name="connsiteX4" fmla="*/ 2675534 w 10424160"/>
              <a:gd name="connsiteY4" fmla="*/ 0 h 18288"/>
              <a:gd name="connsiteX5" fmla="*/ 3370478 w 10424160"/>
              <a:gd name="connsiteY5" fmla="*/ 0 h 18288"/>
              <a:gd name="connsiteX6" fmla="*/ 4169664 w 10424160"/>
              <a:gd name="connsiteY6" fmla="*/ 0 h 18288"/>
              <a:gd name="connsiteX7" fmla="*/ 4551883 w 10424160"/>
              <a:gd name="connsiteY7" fmla="*/ 0 h 18288"/>
              <a:gd name="connsiteX8" fmla="*/ 4934102 w 10424160"/>
              <a:gd name="connsiteY8" fmla="*/ 0 h 18288"/>
              <a:gd name="connsiteX9" fmla="*/ 5837530 w 10424160"/>
              <a:gd name="connsiteY9" fmla="*/ 0 h 18288"/>
              <a:gd name="connsiteX10" fmla="*/ 6532474 w 10424160"/>
              <a:gd name="connsiteY10" fmla="*/ 0 h 18288"/>
              <a:gd name="connsiteX11" fmla="*/ 6914693 w 10424160"/>
              <a:gd name="connsiteY11" fmla="*/ 0 h 18288"/>
              <a:gd name="connsiteX12" fmla="*/ 7609637 w 10424160"/>
              <a:gd name="connsiteY12" fmla="*/ 0 h 18288"/>
              <a:gd name="connsiteX13" fmla="*/ 8513064 w 10424160"/>
              <a:gd name="connsiteY13" fmla="*/ 0 h 18288"/>
              <a:gd name="connsiteX14" fmla="*/ 9103766 w 10424160"/>
              <a:gd name="connsiteY14" fmla="*/ 0 h 18288"/>
              <a:gd name="connsiteX15" fmla="*/ 9694469 w 10424160"/>
              <a:gd name="connsiteY15" fmla="*/ 0 h 18288"/>
              <a:gd name="connsiteX16" fmla="*/ 10424160 w 10424160"/>
              <a:gd name="connsiteY16" fmla="*/ 0 h 18288"/>
              <a:gd name="connsiteX17" fmla="*/ 10424160 w 10424160"/>
              <a:gd name="connsiteY17" fmla="*/ 18288 h 18288"/>
              <a:gd name="connsiteX18" fmla="*/ 9729216 w 10424160"/>
              <a:gd name="connsiteY18" fmla="*/ 18288 h 18288"/>
              <a:gd name="connsiteX19" fmla="*/ 8930030 w 10424160"/>
              <a:gd name="connsiteY19" fmla="*/ 18288 h 18288"/>
              <a:gd name="connsiteX20" fmla="*/ 8130845 w 10424160"/>
              <a:gd name="connsiteY20" fmla="*/ 18288 h 18288"/>
              <a:gd name="connsiteX21" fmla="*/ 7644384 w 10424160"/>
              <a:gd name="connsiteY21" fmla="*/ 18288 h 18288"/>
              <a:gd name="connsiteX22" fmla="*/ 6740957 w 10424160"/>
              <a:gd name="connsiteY22" fmla="*/ 18288 h 18288"/>
              <a:gd name="connsiteX23" fmla="*/ 6046013 w 10424160"/>
              <a:gd name="connsiteY23" fmla="*/ 18288 h 18288"/>
              <a:gd name="connsiteX24" fmla="*/ 5663794 w 10424160"/>
              <a:gd name="connsiteY24" fmla="*/ 18288 h 18288"/>
              <a:gd name="connsiteX25" fmla="*/ 4968850 w 10424160"/>
              <a:gd name="connsiteY25" fmla="*/ 18288 h 18288"/>
              <a:gd name="connsiteX26" fmla="*/ 4378147 w 10424160"/>
              <a:gd name="connsiteY26" fmla="*/ 18288 h 18288"/>
              <a:gd name="connsiteX27" fmla="*/ 3787445 w 10424160"/>
              <a:gd name="connsiteY27" fmla="*/ 18288 h 18288"/>
              <a:gd name="connsiteX28" fmla="*/ 3196742 w 10424160"/>
              <a:gd name="connsiteY28" fmla="*/ 18288 h 18288"/>
              <a:gd name="connsiteX29" fmla="*/ 2606040 w 10424160"/>
              <a:gd name="connsiteY29" fmla="*/ 18288 h 18288"/>
              <a:gd name="connsiteX30" fmla="*/ 1806854 w 10424160"/>
              <a:gd name="connsiteY30" fmla="*/ 18288 h 18288"/>
              <a:gd name="connsiteX31" fmla="*/ 1111910 w 10424160"/>
              <a:gd name="connsiteY31" fmla="*/ 18288 h 18288"/>
              <a:gd name="connsiteX32" fmla="*/ 729691 w 10424160"/>
              <a:gd name="connsiteY32" fmla="*/ 18288 h 18288"/>
              <a:gd name="connsiteX33" fmla="*/ 0 w 10424160"/>
              <a:gd name="connsiteY33" fmla="*/ 18288 h 18288"/>
              <a:gd name="connsiteX34" fmla="*/ 0 w 10424160"/>
              <a:gd name="connsiteY34"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424160" h="18288" fill="none" extrusionOk="0">
                <a:moveTo>
                  <a:pt x="0" y="0"/>
                </a:moveTo>
                <a:cubicBezTo>
                  <a:pt x="251416" y="-3874"/>
                  <a:pt x="479411" y="-20508"/>
                  <a:pt x="903427" y="0"/>
                </a:cubicBezTo>
                <a:cubicBezTo>
                  <a:pt x="1327443" y="20508"/>
                  <a:pt x="1177990" y="-7387"/>
                  <a:pt x="1389888" y="0"/>
                </a:cubicBezTo>
                <a:cubicBezTo>
                  <a:pt x="1601786" y="7387"/>
                  <a:pt x="1928602" y="-6697"/>
                  <a:pt x="2189074" y="0"/>
                </a:cubicBezTo>
                <a:cubicBezTo>
                  <a:pt x="2449546" y="6697"/>
                  <a:pt x="2440085" y="-21144"/>
                  <a:pt x="2675534" y="0"/>
                </a:cubicBezTo>
                <a:cubicBezTo>
                  <a:pt x="2910983" y="21144"/>
                  <a:pt x="3026158" y="-11124"/>
                  <a:pt x="3370478" y="0"/>
                </a:cubicBezTo>
                <a:cubicBezTo>
                  <a:pt x="3714798" y="11124"/>
                  <a:pt x="3864539" y="-10660"/>
                  <a:pt x="4169664" y="0"/>
                </a:cubicBezTo>
                <a:cubicBezTo>
                  <a:pt x="4474789" y="10660"/>
                  <a:pt x="4471218" y="16488"/>
                  <a:pt x="4551883" y="0"/>
                </a:cubicBezTo>
                <a:cubicBezTo>
                  <a:pt x="4632548" y="-16488"/>
                  <a:pt x="4786830" y="7986"/>
                  <a:pt x="4934102" y="0"/>
                </a:cubicBezTo>
                <a:cubicBezTo>
                  <a:pt x="5081374" y="-7986"/>
                  <a:pt x="5575881" y="-33003"/>
                  <a:pt x="5837530" y="0"/>
                </a:cubicBezTo>
                <a:cubicBezTo>
                  <a:pt x="6099179" y="33003"/>
                  <a:pt x="6305895" y="14170"/>
                  <a:pt x="6532474" y="0"/>
                </a:cubicBezTo>
                <a:cubicBezTo>
                  <a:pt x="6759053" y="-14170"/>
                  <a:pt x="6726707" y="16121"/>
                  <a:pt x="6914693" y="0"/>
                </a:cubicBezTo>
                <a:cubicBezTo>
                  <a:pt x="7102679" y="-16121"/>
                  <a:pt x="7397857" y="32594"/>
                  <a:pt x="7609637" y="0"/>
                </a:cubicBezTo>
                <a:cubicBezTo>
                  <a:pt x="7821417" y="-32594"/>
                  <a:pt x="8141235" y="-3745"/>
                  <a:pt x="8513064" y="0"/>
                </a:cubicBezTo>
                <a:cubicBezTo>
                  <a:pt x="8884893" y="3745"/>
                  <a:pt x="8877548" y="3359"/>
                  <a:pt x="9103766" y="0"/>
                </a:cubicBezTo>
                <a:cubicBezTo>
                  <a:pt x="9329984" y="-3359"/>
                  <a:pt x="9545570" y="-17843"/>
                  <a:pt x="9694469" y="0"/>
                </a:cubicBezTo>
                <a:cubicBezTo>
                  <a:pt x="9843368" y="17843"/>
                  <a:pt x="10162477" y="-1217"/>
                  <a:pt x="10424160" y="0"/>
                </a:cubicBezTo>
                <a:cubicBezTo>
                  <a:pt x="10424498" y="7640"/>
                  <a:pt x="10423710" y="11289"/>
                  <a:pt x="10424160" y="18288"/>
                </a:cubicBezTo>
                <a:cubicBezTo>
                  <a:pt x="10184680" y="20716"/>
                  <a:pt x="10034768" y="-9357"/>
                  <a:pt x="9729216" y="18288"/>
                </a:cubicBezTo>
                <a:cubicBezTo>
                  <a:pt x="9423664" y="45933"/>
                  <a:pt x="9309220" y="36372"/>
                  <a:pt x="8930030" y="18288"/>
                </a:cubicBezTo>
                <a:cubicBezTo>
                  <a:pt x="8550840" y="204"/>
                  <a:pt x="8513376" y="34707"/>
                  <a:pt x="8130845" y="18288"/>
                </a:cubicBezTo>
                <a:cubicBezTo>
                  <a:pt x="7748315" y="1869"/>
                  <a:pt x="7864674" y="19659"/>
                  <a:pt x="7644384" y="18288"/>
                </a:cubicBezTo>
                <a:cubicBezTo>
                  <a:pt x="7424094" y="16917"/>
                  <a:pt x="6947001" y="55680"/>
                  <a:pt x="6740957" y="18288"/>
                </a:cubicBezTo>
                <a:cubicBezTo>
                  <a:pt x="6534913" y="-19104"/>
                  <a:pt x="6313809" y="33391"/>
                  <a:pt x="6046013" y="18288"/>
                </a:cubicBezTo>
                <a:cubicBezTo>
                  <a:pt x="5778217" y="3185"/>
                  <a:pt x="5786775" y="1439"/>
                  <a:pt x="5663794" y="18288"/>
                </a:cubicBezTo>
                <a:cubicBezTo>
                  <a:pt x="5540813" y="35137"/>
                  <a:pt x="5204724" y="25434"/>
                  <a:pt x="4968850" y="18288"/>
                </a:cubicBezTo>
                <a:cubicBezTo>
                  <a:pt x="4732976" y="11142"/>
                  <a:pt x="4559928" y="34568"/>
                  <a:pt x="4378147" y="18288"/>
                </a:cubicBezTo>
                <a:cubicBezTo>
                  <a:pt x="4196366" y="2008"/>
                  <a:pt x="3992200" y="35409"/>
                  <a:pt x="3787445" y="18288"/>
                </a:cubicBezTo>
                <a:cubicBezTo>
                  <a:pt x="3582690" y="1167"/>
                  <a:pt x="3488876" y="-7583"/>
                  <a:pt x="3196742" y="18288"/>
                </a:cubicBezTo>
                <a:cubicBezTo>
                  <a:pt x="2904608" y="44159"/>
                  <a:pt x="2729828" y="45906"/>
                  <a:pt x="2606040" y="18288"/>
                </a:cubicBezTo>
                <a:cubicBezTo>
                  <a:pt x="2482252" y="-9330"/>
                  <a:pt x="2000672" y="-5498"/>
                  <a:pt x="1806854" y="18288"/>
                </a:cubicBezTo>
                <a:cubicBezTo>
                  <a:pt x="1613036" y="42074"/>
                  <a:pt x="1310933" y="-4240"/>
                  <a:pt x="1111910" y="18288"/>
                </a:cubicBezTo>
                <a:cubicBezTo>
                  <a:pt x="912887" y="40816"/>
                  <a:pt x="891560" y="1701"/>
                  <a:pt x="729691" y="18288"/>
                </a:cubicBezTo>
                <a:cubicBezTo>
                  <a:pt x="567822" y="34875"/>
                  <a:pt x="203025" y="34462"/>
                  <a:pt x="0" y="18288"/>
                </a:cubicBezTo>
                <a:cubicBezTo>
                  <a:pt x="-82" y="11708"/>
                  <a:pt x="-178" y="8956"/>
                  <a:pt x="0" y="0"/>
                </a:cubicBezTo>
                <a:close/>
              </a:path>
              <a:path w="10424160" h="18288" stroke="0" extrusionOk="0">
                <a:moveTo>
                  <a:pt x="0" y="0"/>
                </a:moveTo>
                <a:cubicBezTo>
                  <a:pt x="119910" y="17195"/>
                  <a:pt x="345032" y="1652"/>
                  <a:pt x="590702" y="0"/>
                </a:cubicBezTo>
                <a:cubicBezTo>
                  <a:pt x="836372" y="-1652"/>
                  <a:pt x="830717" y="-10944"/>
                  <a:pt x="972922" y="0"/>
                </a:cubicBezTo>
                <a:cubicBezTo>
                  <a:pt x="1115127" y="10944"/>
                  <a:pt x="1638708" y="17269"/>
                  <a:pt x="1876349" y="0"/>
                </a:cubicBezTo>
                <a:cubicBezTo>
                  <a:pt x="2113990" y="-17269"/>
                  <a:pt x="2263529" y="27642"/>
                  <a:pt x="2467051" y="0"/>
                </a:cubicBezTo>
                <a:cubicBezTo>
                  <a:pt x="2670573" y="-27642"/>
                  <a:pt x="2867743" y="-1552"/>
                  <a:pt x="3057754" y="0"/>
                </a:cubicBezTo>
                <a:cubicBezTo>
                  <a:pt x="3247765" y="1552"/>
                  <a:pt x="3729099" y="45169"/>
                  <a:pt x="3961181" y="0"/>
                </a:cubicBezTo>
                <a:cubicBezTo>
                  <a:pt x="4193263" y="-45169"/>
                  <a:pt x="4313735" y="4067"/>
                  <a:pt x="4447642" y="0"/>
                </a:cubicBezTo>
                <a:cubicBezTo>
                  <a:pt x="4581549" y="-4067"/>
                  <a:pt x="5123626" y="11867"/>
                  <a:pt x="5351069" y="0"/>
                </a:cubicBezTo>
                <a:cubicBezTo>
                  <a:pt x="5578512" y="-11867"/>
                  <a:pt x="6044105" y="-19983"/>
                  <a:pt x="6254496" y="0"/>
                </a:cubicBezTo>
                <a:cubicBezTo>
                  <a:pt x="6464887" y="19983"/>
                  <a:pt x="6664731" y="4232"/>
                  <a:pt x="6949440" y="0"/>
                </a:cubicBezTo>
                <a:cubicBezTo>
                  <a:pt x="7234149" y="-4232"/>
                  <a:pt x="7497205" y="28731"/>
                  <a:pt x="7852867" y="0"/>
                </a:cubicBezTo>
                <a:cubicBezTo>
                  <a:pt x="8208529" y="-28731"/>
                  <a:pt x="8287556" y="2616"/>
                  <a:pt x="8443570" y="0"/>
                </a:cubicBezTo>
                <a:cubicBezTo>
                  <a:pt x="8599584" y="-2616"/>
                  <a:pt x="8871283" y="-14113"/>
                  <a:pt x="9034272" y="0"/>
                </a:cubicBezTo>
                <a:cubicBezTo>
                  <a:pt x="9197261" y="14113"/>
                  <a:pt x="9604978" y="-35623"/>
                  <a:pt x="9833458" y="0"/>
                </a:cubicBezTo>
                <a:cubicBezTo>
                  <a:pt x="10061938" y="35623"/>
                  <a:pt x="10231944" y="-8194"/>
                  <a:pt x="10424160" y="0"/>
                </a:cubicBezTo>
                <a:cubicBezTo>
                  <a:pt x="10424285" y="4395"/>
                  <a:pt x="10424085" y="9776"/>
                  <a:pt x="10424160" y="18288"/>
                </a:cubicBezTo>
                <a:cubicBezTo>
                  <a:pt x="10058736" y="-5772"/>
                  <a:pt x="9942989" y="-18764"/>
                  <a:pt x="9624974" y="18288"/>
                </a:cubicBezTo>
                <a:cubicBezTo>
                  <a:pt x="9306959" y="55340"/>
                  <a:pt x="9229263" y="24995"/>
                  <a:pt x="8930030" y="18288"/>
                </a:cubicBezTo>
                <a:cubicBezTo>
                  <a:pt x="8630797" y="11581"/>
                  <a:pt x="8647263" y="10931"/>
                  <a:pt x="8547811" y="18288"/>
                </a:cubicBezTo>
                <a:cubicBezTo>
                  <a:pt x="8448359" y="25645"/>
                  <a:pt x="8173221" y="219"/>
                  <a:pt x="8061350" y="18288"/>
                </a:cubicBezTo>
                <a:cubicBezTo>
                  <a:pt x="7949479" y="36357"/>
                  <a:pt x="7437002" y="17516"/>
                  <a:pt x="7157923" y="18288"/>
                </a:cubicBezTo>
                <a:cubicBezTo>
                  <a:pt x="6878844" y="19060"/>
                  <a:pt x="6610241" y="8864"/>
                  <a:pt x="6462979" y="18288"/>
                </a:cubicBezTo>
                <a:cubicBezTo>
                  <a:pt x="6315717" y="27712"/>
                  <a:pt x="6124879" y="4989"/>
                  <a:pt x="5976518" y="18288"/>
                </a:cubicBezTo>
                <a:cubicBezTo>
                  <a:pt x="5828157" y="31587"/>
                  <a:pt x="5566880" y="7112"/>
                  <a:pt x="5281574" y="18288"/>
                </a:cubicBezTo>
                <a:cubicBezTo>
                  <a:pt x="4996268" y="29464"/>
                  <a:pt x="5085614" y="20493"/>
                  <a:pt x="4899355" y="18288"/>
                </a:cubicBezTo>
                <a:cubicBezTo>
                  <a:pt x="4713096" y="16083"/>
                  <a:pt x="4606138" y="34359"/>
                  <a:pt x="4517136" y="18288"/>
                </a:cubicBezTo>
                <a:cubicBezTo>
                  <a:pt x="4428134" y="2217"/>
                  <a:pt x="4125335" y="52414"/>
                  <a:pt x="3822192" y="18288"/>
                </a:cubicBezTo>
                <a:cubicBezTo>
                  <a:pt x="3519049" y="-15838"/>
                  <a:pt x="3453132" y="3859"/>
                  <a:pt x="3335731" y="18288"/>
                </a:cubicBezTo>
                <a:cubicBezTo>
                  <a:pt x="3218330" y="32717"/>
                  <a:pt x="2718749" y="-13936"/>
                  <a:pt x="2536546" y="18288"/>
                </a:cubicBezTo>
                <a:cubicBezTo>
                  <a:pt x="2354343" y="50512"/>
                  <a:pt x="2190669" y="3238"/>
                  <a:pt x="2050085" y="18288"/>
                </a:cubicBezTo>
                <a:cubicBezTo>
                  <a:pt x="1909501" y="33338"/>
                  <a:pt x="1520975" y="3062"/>
                  <a:pt x="1250899" y="18288"/>
                </a:cubicBezTo>
                <a:cubicBezTo>
                  <a:pt x="980823" y="33514"/>
                  <a:pt x="992936" y="28036"/>
                  <a:pt x="868680" y="18288"/>
                </a:cubicBezTo>
                <a:cubicBezTo>
                  <a:pt x="744424" y="8540"/>
                  <a:pt x="230364" y="33365"/>
                  <a:pt x="0" y="18288"/>
                </a:cubicBezTo>
                <a:cubicBezTo>
                  <a:pt x="-504" y="12101"/>
                  <a:pt x="-591" y="7719"/>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image19.png" descr="A person reading a book&#10;&#10;Description automatically generated">
            <a:extLst>
              <a:ext uri="{FF2B5EF4-FFF2-40B4-BE49-F238E27FC236}">
                <a16:creationId xmlns:a16="http://schemas.microsoft.com/office/drawing/2014/main" id="{693426A7-0684-94DB-33DB-88524D3F93A6}"/>
              </a:ext>
            </a:extLst>
          </p:cNvPr>
          <p:cNvPicPr/>
          <p:nvPr/>
        </p:nvPicPr>
        <p:blipFill>
          <a:blip r:embed="rId2"/>
          <a:srcRect/>
          <a:stretch>
            <a:fillRect/>
          </a:stretch>
        </p:blipFill>
        <p:spPr>
          <a:xfrm>
            <a:off x="7658333" y="3390024"/>
            <a:ext cx="1864508" cy="2256440"/>
          </a:xfrm>
          <a:prstGeom prst="rect">
            <a:avLst/>
          </a:prstGeom>
          <a:ln/>
        </p:spPr>
      </p:pic>
      <p:pic>
        <p:nvPicPr>
          <p:cNvPr id="5" name="image20.png" descr="A person reading a book&#10;&#10;Description automatically generated">
            <a:extLst>
              <a:ext uri="{FF2B5EF4-FFF2-40B4-BE49-F238E27FC236}">
                <a16:creationId xmlns:a16="http://schemas.microsoft.com/office/drawing/2014/main" id="{7F76871F-B4CE-C8E5-696D-81B3337AD5E2}"/>
              </a:ext>
            </a:extLst>
          </p:cNvPr>
          <p:cNvPicPr/>
          <p:nvPr/>
        </p:nvPicPr>
        <p:blipFill>
          <a:blip r:embed="rId3"/>
          <a:srcRect/>
          <a:stretch>
            <a:fillRect/>
          </a:stretch>
        </p:blipFill>
        <p:spPr>
          <a:xfrm>
            <a:off x="9584632" y="3346320"/>
            <a:ext cx="1864508" cy="2241666"/>
          </a:xfrm>
          <a:prstGeom prst="rect">
            <a:avLst/>
          </a:prstGeom>
          <a:ln/>
        </p:spPr>
      </p:pic>
      <p:sp>
        <p:nvSpPr>
          <p:cNvPr id="7" name="TextBox 6">
            <a:extLst>
              <a:ext uri="{FF2B5EF4-FFF2-40B4-BE49-F238E27FC236}">
                <a16:creationId xmlns:a16="http://schemas.microsoft.com/office/drawing/2014/main" id="{19A32AC7-3BD1-C76C-DEC5-5AED30F31294}"/>
              </a:ext>
            </a:extLst>
          </p:cNvPr>
          <p:cNvSpPr txBox="1"/>
          <p:nvPr/>
        </p:nvSpPr>
        <p:spPr>
          <a:xfrm>
            <a:off x="8228060" y="5719258"/>
            <a:ext cx="2680542" cy="275781"/>
          </a:xfrm>
          <a:prstGeom prst="rect">
            <a:avLst/>
          </a:prstGeom>
          <a:noFill/>
        </p:spPr>
        <p:txBody>
          <a:bodyPr wrap="none" rtlCol="0">
            <a:spAutoFit/>
          </a:bodyPr>
          <a:lstStyle/>
          <a:p>
            <a:pPr defTabSz="778520">
              <a:spcAft>
                <a:spcPts val="516"/>
              </a:spcAft>
            </a:pPr>
            <a:r>
              <a:rPr lang="en-US" sz="1192" kern="1200">
                <a:solidFill>
                  <a:schemeClr val="tx1"/>
                </a:solidFill>
                <a:latin typeface="+mn-lt"/>
                <a:ea typeface="+mn-ea"/>
                <a:cs typeface="+mn-cs"/>
              </a:rPr>
              <a:t>Python scripts to convert to grey scale</a:t>
            </a:r>
            <a:endParaRPr lang="en-US" sz="1400"/>
          </a:p>
        </p:txBody>
      </p:sp>
      <p:sp>
        <p:nvSpPr>
          <p:cNvPr id="9" name="Content Placeholder 2">
            <a:extLst>
              <a:ext uri="{FF2B5EF4-FFF2-40B4-BE49-F238E27FC236}">
                <a16:creationId xmlns:a16="http://schemas.microsoft.com/office/drawing/2014/main" id="{4408CD5F-8AE0-69D3-D71C-BD9293A1812F}"/>
              </a:ext>
            </a:extLst>
          </p:cNvPr>
          <p:cNvSpPr>
            <a:spLocks/>
          </p:cNvSpPr>
          <p:nvPr/>
        </p:nvSpPr>
        <p:spPr>
          <a:xfrm>
            <a:off x="1659500" y="2228087"/>
            <a:ext cx="9147540" cy="3785237"/>
          </a:xfrm>
          <a:prstGeom prst="rect">
            <a:avLst/>
          </a:prstGeom>
        </p:spPr>
        <p:txBody>
          <a:bodyPr/>
          <a:lstStyle/>
          <a:p>
            <a:pPr defTabSz="786384">
              <a:spcAft>
                <a:spcPts val="600"/>
              </a:spcAft>
            </a:pPr>
            <a:r>
              <a:rPr lang="en-US" sz="1548" kern="1200" dirty="0">
                <a:solidFill>
                  <a:schemeClr val="tx1"/>
                </a:solidFill>
                <a:latin typeface="+mn-lt"/>
                <a:ea typeface="+mn-ea"/>
                <a:cs typeface="+mn-cs"/>
              </a:rPr>
              <a:t>Data Preparation</a:t>
            </a:r>
            <a:endParaRPr lang="en-US" dirty="0"/>
          </a:p>
        </p:txBody>
      </p:sp>
      <p:pic>
        <p:nvPicPr>
          <p:cNvPr id="10" name="Picture 9">
            <a:extLst>
              <a:ext uri="{FF2B5EF4-FFF2-40B4-BE49-F238E27FC236}">
                <a16:creationId xmlns:a16="http://schemas.microsoft.com/office/drawing/2014/main" id="{69772D79-E238-CB6E-10D6-25B046102401}"/>
              </a:ext>
            </a:extLst>
          </p:cNvPr>
          <p:cNvPicPr>
            <a:picLocks noChangeAspect="1"/>
          </p:cNvPicPr>
          <p:nvPr/>
        </p:nvPicPr>
        <p:blipFill>
          <a:blip r:embed="rId4"/>
          <a:stretch>
            <a:fillRect/>
          </a:stretch>
        </p:blipFill>
        <p:spPr>
          <a:xfrm>
            <a:off x="1223418" y="2859543"/>
            <a:ext cx="5724293" cy="3215220"/>
          </a:xfrm>
          <a:prstGeom prst="rect">
            <a:avLst/>
          </a:prstGeom>
        </p:spPr>
      </p:pic>
    </p:spTree>
    <p:extLst>
      <p:ext uri="{BB962C8B-B14F-4D97-AF65-F5344CB8AC3E}">
        <p14:creationId xmlns:p14="http://schemas.microsoft.com/office/powerpoint/2010/main" val="23866910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BE4D7"/>
        </a:solidFill>
        <a:effectLst/>
      </p:bgPr>
    </p:bg>
    <p:spTree>
      <p:nvGrpSpPr>
        <p:cNvPr id="1" name=""/>
        <p:cNvGrpSpPr/>
        <p:nvPr/>
      </p:nvGrpSpPr>
      <p:grpSpPr>
        <a:xfrm>
          <a:off x="0" y="0"/>
          <a:ext cx="0" cy="0"/>
          <a:chOff x="0" y="0"/>
          <a:chExt cx="0" cy="0"/>
        </a:xfrm>
      </p:grpSpPr>
      <p:pic>
        <p:nvPicPr>
          <p:cNvPr id="4" name="image2.png" descr="A diagram of a process&#10;&#10;Description automatically generated">
            <a:extLst>
              <a:ext uri="{FF2B5EF4-FFF2-40B4-BE49-F238E27FC236}">
                <a16:creationId xmlns:a16="http://schemas.microsoft.com/office/drawing/2014/main" id="{5CD2256B-5800-29CF-B131-5854C6F875B9}"/>
              </a:ext>
            </a:extLst>
          </p:cNvPr>
          <p:cNvPicPr/>
          <p:nvPr/>
        </p:nvPicPr>
        <p:blipFill>
          <a:blip r:embed="rId3"/>
          <a:srcRect/>
          <a:stretch>
            <a:fillRect/>
          </a:stretch>
        </p:blipFill>
        <p:spPr>
          <a:xfrm>
            <a:off x="4235767" y="925195"/>
            <a:ext cx="4215506" cy="5007610"/>
          </a:xfrm>
          <a:prstGeom prst="rect">
            <a:avLst/>
          </a:prstGeom>
          <a:ln/>
        </p:spPr>
      </p:pic>
      <p:sp>
        <p:nvSpPr>
          <p:cNvPr id="5" name="Content Placeholder 2">
            <a:extLst>
              <a:ext uri="{FF2B5EF4-FFF2-40B4-BE49-F238E27FC236}">
                <a16:creationId xmlns:a16="http://schemas.microsoft.com/office/drawing/2014/main" id="{6F19E19D-799E-D122-3B64-ABF38B008B82}"/>
              </a:ext>
            </a:extLst>
          </p:cNvPr>
          <p:cNvSpPr>
            <a:spLocks noGrp="1"/>
          </p:cNvSpPr>
          <p:nvPr>
            <p:ph idx="1"/>
          </p:nvPr>
        </p:nvSpPr>
        <p:spPr>
          <a:xfrm>
            <a:off x="838200" y="1472009"/>
            <a:ext cx="10515600" cy="4351338"/>
          </a:xfrm>
        </p:spPr>
        <p:txBody>
          <a:bodyPr/>
          <a:lstStyle/>
          <a:p>
            <a:pPr marL="0" indent="0">
              <a:buNone/>
            </a:pPr>
            <a:r>
              <a:rPr lang="en-US" dirty="0"/>
              <a:t>Procedure</a:t>
            </a:r>
          </a:p>
        </p:txBody>
      </p:sp>
      <p:sp>
        <p:nvSpPr>
          <p:cNvPr id="6" name="Title 1">
            <a:extLst>
              <a:ext uri="{FF2B5EF4-FFF2-40B4-BE49-F238E27FC236}">
                <a16:creationId xmlns:a16="http://schemas.microsoft.com/office/drawing/2014/main" id="{7809B2D9-F963-6E79-AC57-0822272A45C7}"/>
              </a:ext>
            </a:extLst>
          </p:cNvPr>
          <p:cNvSpPr>
            <a:spLocks noGrp="1"/>
          </p:cNvSpPr>
          <p:nvPr>
            <p:ph type="title"/>
          </p:nvPr>
        </p:nvSpPr>
        <p:spPr>
          <a:xfrm>
            <a:off x="838200" y="365125"/>
            <a:ext cx="10515600" cy="1325563"/>
          </a:xfrm>
        </p:spPr>
        <p:txBody>
          <a:bodyPr/>
          <a:lstStyle/>
          <a:p>
            <a:r>
              <a:rPr lang="en-US" dirty="0"/>
              <a:t>Methodology</a:t>
            </a:r>
          </a:p>
        </p:txBody>
      </p:sp>
      <p:sp>
        <p:nvSpPr>
          <p:cNvPr id="7" name="TextBox 6">
            <a:extLst>
              <a:ext uri="{FF2B5EF4-FFF2-40B4-BE49-F238E27FC236}">
                <a16:creationId xmlns:a16="http://schemas.microsoft.com/office/drawing/2014/main" id="{5ED636C7-0BB8-DC6E-9CE9-AB09472F50E4}"/>
              </a:ext>
            </a:extLst>
          </p:cNvPr>
          <p:cNvSpPr txBox="1"/>
          <p:nvPr/>
        </p:nvSpPr>
        <p:spPr>
          <a:xfrm>
            <a:off x="5168374" y="5998352"/>
            <a:ext cx="2552045" cy="305596"/>
          </a:xfrm>
          <a:prstGeom prst="rect">
            <a:avLst/>
          </a:prstGeom>
          <a:noFill/>
        </p:spPr>
        <p:txBody>
          <a:bodyPr wrap="none" rtlCol="0">
            <a:spAutoFit/>
          </a:bodyPr>
          <a:lstStyle/>
          <a:p>
            <a:pPr defTabSz="905256">
              <a:spcAft>
                <a:spcPts val="600"/>
              </a:spcAft>
            </a:pPr>
            <a:r>
              <a:rPr lang="en-US" sz="1386" kern="1200" dirty="0">
                <a:solidFill>
                  <a:schemeClr val="tx1"/>
                </a:solidFill>
                <a:latin typeface="+mn-lt"/>
                <a:ea typeface="+mn-ea"/>
                <a:cs typeface="+mn-cs"/>
              </a:rPr>
              <a:t>Experiment Workflow diagram</a:t>
            </a:r>
            <a:endParaRPr lang="en-US" sz="1400" dirty="0"/>
          </a:p>
        </p:txBody>
      </p:sp>
    </p:spTree>
    <p:extLst>
      <p:ext uri="{BB962C8B-B14F-4D97-AF65-F5344CB8AC3E}">
        <p14:creationId xmlns:p14="http://schemas.microsoft.com/office/powerpoint/2010/main" val="116863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3A4ADF-FEFD-8531-D9AC-CFBEF5DF656C}"/>
              </a:ext>
            </a:extLst>
          </p:cNvPr>
          <p:cNvSpPr>
            <a:spLocks noGrp="1"/>
          </p:cNvSpPr>
          <p:nvPr>
            <p:ph type="title"/>
          </p:nvPr>
        </p:nvSpPr>
        <p:spPr/>
        <p:txBody>
          <a:bodyPr/>
          <a:lstStyle/>
          <a:p>
            <a:r>
              <a:rPr lang="en-US" dirty="0"/>
              <a:t>Methodology</a:t>
            </a:r>
          </a:p>
        </p:txBody>
      </p:sp>
      <p:sp>
        <p:nvSpPr>
          <p:cNvPr id="3" name="Content Placeholder 2">
            <a:extLst>
              <a:ext uri="{FF2B5EF4-FFF2-40B4-BE49-F238E27FC236}">
                <a16:creationId xmlns:a16="http://schemas.microsoft.com/office/drawing/2014/main" id="{759B59C9-EAA1-03A8-A17F-01C0735A2923}"/>
              </a:ext>
            </a:extLst>
          </p:cNvPr>
          <p:cNvSpPr>
            <a:spLocks noGrp="1"/>
          </p:cNvSpPr>
          <p:nvPr>
            <p:ph idx="1"/>
          </p:nvPr>
        </p:nvSpPr>
        <p:spPr>
          <a:xfrm>
            <a:off x="838200" y="1472009"/>
            <a:ext cx="10515600" cy="4351338"/>
          </a:xfrm>
        </p:spPr>
        <p:txBody>
          <a:bodyPr/>
          <a:lstStyle/>
          <a:p>
            <a:pPr marL="0" indent="0">
              <a:buNone/>
            </a:pPr>
            <a:r>
              <a:rPr lang="en-US" dirty="0"/>
              <a:t>Procedure</a:t>
            </a:r>
          </a:p>
        </p:txBody>
      </p:sp>
      <p:pic>
        <p:nvPicPr>
          <p:cNvPr id="6" name="image17.jpg" descr="A group of women with different poses&#10;&#10;Description automatically generated">
            <a:extLst>
              <a:ext uri="{FF2B5EF4-FFF2-40B4-BE49-F238E27FC236}">
                <a16:creationId xmlns:a16="http://schemas.microsoft.com/office/drawing/2014/main" id="{8933AC0E-7574-B763-2CC8-99C871E536DA}"/>
              </a:ext>
            </a:extLst>
          </p:cNvPr>
          <p:cNvPicPr/>
          <p:nvPr/>
        </p:nvPicPr>
        <p:blipFill>
          <a:blip r:embed="rId3"/>
          <a:srcRect/>
          <a:stretch>
            <a:fillRect/>
          </a:stretch>
        </p:blipFill>
        <p:spPr>
          <a:xfrm>
            <a:off x="6321425" y="2230993"/>
            <a:ext cx="5032375" cy="2833370"/>
          </a:xfrm>
          <a:prstGeom prst="rect">
            <a:avLst/>
          </a:prstGeom>
          <a:ln/>
        </p:spPr>
      </p:pic>
      <p:pic>
        <p:nvPicPr>
          <p:cNvPr id="7" name="image15.jpg" descr="A group of women in different poses&#10;&#10;Description automatically generated">
            <a:extLst>
              <a:ext uri="{FF2B5EF4-FFF2-40B4-BE49-F238E27FC236}">
                <a16:creationId xmlns:a16="http://schemas.microsoft.com/office/drawing/2014/main" id="{B0E257C4-218D-6091-076A-9664C9D8E81E}"/>
              </a:ext>
            </a:extLst>
          </p:cNvPr>
          <p:cNvPicPr/>
          <p:nvPr/>
        </p:nvPicPr>
        <p:blipFill>
          <a:blip r:embed="rId4"/>
          <a:srcRect/>
          <a:stretch>
            <a:fillRect/>
          </a:stretch>
        </p:blipFill>
        <p:spPr>
          <a:xfrm>
            <a:off x="724939" y="2230993"/>
            <a:ext cx="5145637" cy="2833370"/>
          </a:xfrm>
          <a:prstGeom prst="rect">
            <a:avLst/>
          </a:prstGeom>
          <a:ln/>
        </p:spPr>
      </p:pic>
      <p:sp>
        <p:nvSpPr>
          <p:cNvPr id="8" name="TextBox 7">
            <a:extLst>
              <a:ext uri="{FF2B5EF4-FFF2-40B4-BE49-F238E27FC236}">
                <a16:creationId xmlns:a16="http://schemas.microsoft.com/office/drawing/2014/main" id="{F20282A2-C3D0-EEF0-2C2B-226DC6AC35B6}"/>
              </a:ext>
            </a:extLst>
          </p:cNvPr>
          <p:cNvSpPr txBox="1"/>
          <p:nvPr/>
        </p:nvSpPr>
        <p:spPr>
          <a:xfrm>
            <a:off x="2628984" y="5291057"/>
            <a:ext cx="1337546" cy="305596"/>
          </a:xfrm>
          <a:prstGeom prst="rect">
            <a:avLst/>
          </a:prstGeom>
          <a:noFill/>
        </p:spPr>
        <p:txBody>
          <a:bodyPr wrap="none" rtlCol="0">
            <a:spAutoFit/>
          </a:bodyPr>
          <a:lstStyle/>
          <a:p>
            <a:pPr defTabSz="905256">
              <a:spcAft>
                <a:spcPts val="600"/>
              </a:spcAft>
            </a:pPr>
            <a:r>
              <a:rPr lang="en-US" sz="1386" dirty="0"/>
              <a:t>Initial 6 Images</a:t>
            </a:r>
            <a:endParaRPr lang="en-US" sz="1400" dirty="0"/>
          </a:p>
        </p:txBody>
      </p:sp>
      <p:sp>
        <p:nvSpPr>
          <p:cNvPr id="9" name="TextBox 8">
            <a:extLst>
              <a:ext uri="{FF2B5EF4-FFF2-40B4-BE49-F238E27FC236}">
                <a16:creationId xmlns:a16="http://schemas.microsoft.com/office/drawing/2014/main" id="{F6DB3917-4D5F-FE5E-41C8-8881975B9321}"/>
              </a:ext>
            </a:extLst>
          </p:cNvPr>
          <p:cNvSpPr txBox="1"/>
          <p:nvPr/>
        </p:nvSpPr>
        <p:spPr>
          <a:xfrm>
            <a:off x="6978705" y="5262367"/>
            <a:ext cx="3717813" cy="305596"/>
          </a:xfrm>
          <a:prstGeom prst="rect">
            <a:avLst/>
          </a:prstGeom>
          <a:noFill/>
        </p:spPr>
        <p:txBody>
          <a:bodyPr wrap="none" rtlCol="0">
            <a:spAutoFit/>
          </a:bodyPr>
          <a:lstStyle/>
          <a:p>
            <a:pPr defTabSz="905256">
              <a:spcAft>
                <a:spcPts val="600"/>
              </a:spcAft>
            </a:pPr>
            <a:r>
              <a:rPr lang="en-US" sz="1386" dirty="0"/>
              <a:t>Final 6 Images after replacement and shuffling</a:t>
            </a:r>
            <a:endParaRPr lang="en-US" sz="1400" dirty="0"/>
          </a:p>
        </p:txBody>
      </p:sp>
    </p:spTree>
    <p:extLst>
      <p:ext uri="{BB962C8B-B14F-4D97-AF65-F5344CB8AC3E}">
        <p14:creationId xmlns:p14="http://schemas.microsoft.com/office/powerpoint/2010/main" val="35797151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1.png" descr="A black cross on a gray background&#10;&#10;Description automatically generated">
            <a:extLst>
              <a:ext uri="{FF2B5EF4-FFF2-40B4-BE49-F238E27FC236}">
                <a16:creationId xmlns:a16="http://schemas.microsoft.com/office/drawing/2014/main" id="{D8748F75-9E71-7756-C827-9620FBF369DF}"/>
              </a:ext>
            </a:extLst>
          </p:cNvPr>
          <p:cNvPicPr/>
          <p:nvPr/>
        </p:nvPicPr>
        <p:blipFill>
          <a:blip r:embed="rId2"/>
          <a:srcRect/>
          <a:stretch>
            <a:fillRect/>
          </a:stretch>
        </p:blipFill>
        <p:spPr>
          <a:xfrm>
            <a:off x="643286" y="2017396"/>
            <a:ext cx="5031104" cy="2823209"/>
          </a:xfrm>
          <a:prstGeom prst="rect">
            <a:avLst/>
          </a:prstGeom>
          <a:ln/>
        </p:spPr>
      </p:pic>
      <p:pic>
        <p:nvPicPr>
          <p:cNvPr id="6" name="image8.jpg" descr="A black text on a gray background&#10;&#10;Description automatically generated">
            <a:extLst>
              <a:ext uri="{FF2B5EF4-FFF2-40B4-BE49-F238E27FC236}">
                <a16:creationId xmlns:a16="http://schemas.microsoft.com/office/drawing/2014/main" id="{78157C07-667A-EC31-1805-5618FC528523}"/>
              </a:ext>
            </a:extLst>
          </p:cNvPr>
          <p:cNvPicPr/>
          <p:nvPr/>
        </p:nvPicPr>
        <p:blipFill>
          <a:blip r:embed="rId3"/>
          <a:srcRect/>
          <a:stretch>
            <a:fillRect/>
          </a:stretch>
        </p:blipFill>
        <p:spPr>
          <a:xfrm>
            <a:off x="6517611" y="2017395"/>
            <a:ext cx="5031105" cy="2823210"/>
          </a:xfrm>
          <a:prstGeom prst="rect">
            <a:avLst/>
          </a:prstGeom>
          <a:ln/>
        </p:spPr>
      </p:pic>
      <p:sp>
        <p:nvSpPr>
          <p:cNvPr id="7" name="TextBox 6">
            <a:extLst>
              <a:ext uri="{FF2B5EF4-FFF2-40B4-BE49-F238E27FC236}">
                <a16:creationId xmlns:a16="http://schemas.microsoft.com/office/drawing/2014/main" id="{A7D65776-F3C2-CB4C-B3E8-07A4F8EF0C98}"/>
              </a:ext>
            </a:extLst>
          </p:cNvPr>
          <p:cNvSpPr txBox="1"/>
          <p:nvPr/>
        </p:nvSpPr>
        <p:spPr>
          <a:xfrm>
            <a:off x="2628984" y="5291057"/>
            <a:ext cx="643125" cy="305596"/>
          </a:xfrm>
          <a:prstGeom prst="rect">
            <a:avLst/>
          </a:prstGeom>
          <a:noFill/>
        </p:spPr>
        <p:txBody>
          <a:bodyPr wrap="none" rtlCol="0">
            <a:spAutoFit/>
          </a:bodyPr>
          <a:lstStyle/>
          <a:p>
            <a:pPr defTabSz="905256">
              <a:spcAft>
                <a:spcPts val="600"/>
              </a:spcAft>
            </a:pPr>
            <a:r>
              <a:rPr lang="en-US" sz="1386" dirty="0"/>
              <a:t>+ Sign</a:t>
            </a:r>
            <a:endParaRPr lang="en-US" sz="1400" dirty="0"/>
          </a:p>
        </p:txBody>
      </p:sp>
      <p:sp>
        <p:nvSpPr>
          <p:cNvPr id="8" name="TextBox 7">
            <a:extLst>
              <a:ext uri="{FF2B5EF4-FFF2-40B4-BE49-F238E27FC236}">
                <a16:creationId xmlns:a16="http://schemas.microsoft.com/office/drawing/2014/main" id="{E8DB6466-8FD3-B770-233D-5037910AA5F0}"/>
              </a:ext>
            </a:extLst>
          </p:cNvPr>
          <p:cNvSpPr txBox="1"/>
          <p:nvPr/>
        </p:nvSpPr>
        <p:spPr>
          <a:xfrm>
            <a:off x="7655959" y="5291057"/>
            <a:ext cx="2754408" cy="305596"/>
          </a:xfrm>
          <a:prstGeom prst="rect">
            <a:avLst/>
          </a:prstGeom>
          <a:noFill/>
        </p:spPr>
        <p:txBody>
          <a:bodyPr wrap="none" rtlCol="0">
            <a:spAutoFit/>
          </a:bodyPr>
          <a:lstStyle/>
          <a:p>
            <a:pPr defTabSz="905256">
              <a:spcAft>
                <a:spcPts val="600"/>
              </a:spcAft>
            </a:pPr>
            <a:r>
              <a:rPr lang="en-US" sz="1386" dirty="0"/>
              <a:t>Question – Users need to respond</a:t>
            </a:r>
            <a:endParaRPr lang="en-US" sz="1400" dirty="0"/>
          </a:p>
        </p:txBody>
      </p:sp>
    </p:spTree>
    <p:extLst>
      <p:ext uri="{BB962C8B-B14F-4D97-AF65-F5344CB8AC3E}">
        <p14:creationId xmlns:p14="http://schemas.microsoft.com/office/powerpoint/2010/main" val="27305353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BE4D7"/>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20366137-3DBB-4912-98D5-6727020207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5D28D1CE-5BF4-45B7-8D6D-B31A319807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4775791" cy="6857999"/>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B7A8FCFD-1B2D-306C-26F5-2351C71165F1}"/>
              </a:ext>
            </a:extLst>
          </p:cNvPr>
          <p:cNvSpPr>
            <a:spLocks noGrp="1"/>
          </p:cNvSpPr>
          <p:nvPr>
            <p:ph idx="1"/>
          </p:nvPr>
        </p:nvSpPr>
        <p:spPr>
          <a:xfrm>
            <a:off x="749921" y="615182"/>
            <a:ext cx="3228738" cy="1001618"/>
          </a:xfrm>
        </p:spPr>
        <p:txBody>
          <a:bodyPr vert="horz" lIns="91440" tIns="45720" rIns="91440" bIns="45720" rtlCol="0" anchor="t">
            <a:normAutofit/>
          </a:bodyPr>
          <a:lstStyle/>
          <a:p>
            <a:pPr marL="0" indent="0" algn="ctr">
              <a:buNone/>
            </a:pPr>
            <a:r>
              <a:rPr lang="en-US" sz="2000" b="1" kern="1200" dirty="0">
                <a:solidFill>
                  <a:srgbClr val="595959"/>
                </a:solidFill>
                <a:effectLst/>
                <a:latin typeface="+mn-lt"/>
                <a:ea typeface="+mn-ea"/>
                <a:cs typeface="+mn-cs"/>
              </a:rPr>
              <a:t>Data Logging and Real-Time Monitoring</a:t>
            </a:r>
          </a:p>
        </p:txBody>
      </p:sp>
      <p:pic>
        <p:nvPicPr>
          <p:cNvPr id="5" name="Picture 4">
            <a:extLst>
              <a:ext uri="{FF2B5EF4-FFF2-40B4-BE49-F238E27FC236}">
                <a16:creationId xmlns:a16="http://schemas.microsoft.com/office/drawing/2014/main" id="{3D75F476-3CF3-B290-8151-0B8277682C61}"/>
              </a:ext>
            </a:extLst>
          </p:cNvPr>
          <p:cNvPicPr>
            <a:picLocks noChangeAspect="1"/>
          </p:cNvPicPr>
          <p:nvPr/>
        </p:nvPicPr>
        <p:blipFill>
          <a:blip r:embed="rId2"/>
          <a:stretch>
            <a:fillRect/>
          </a:stretch>
        </p:blipFill>
        <p:spPr>
          <a:xfrm>
            <a:off x="5178117" y="1269106"/>
            <a:ext cx="1835765" cy="4319452"/>
          </a:xfrm>
          <a:prstGeom prst="rect">
            <a:avLst/>
          </a:prstGeom>
        </p:spPr>
      </p:pic>
      <p:graphicFrame>
        <p:nvGraphicFramePr>
          <p:cNvPr id="8" name="Table 7">
            <a:extLst>
              <a:ext uri="{FF2B5EF4-FFF2-40B4-BE49-F238E27FC236}">
                <a16:creationId xmlns:a16="http://schemas.microsoft.com/office/drawing/2014/main" id="{8D47E73D-DBD9-8FDD-E8DD-F1510160ED44}"/>
              </a:ext>
            </a:extLst>
          </p:cNvPr>
          <p:cNvGraphicFramePr>
            <a:graphicFrameLocks noGrp="1"/>
          </p:cNvGraphicFramePr>
          <p:nvPr>
            <p:extLst>
              <p:ext uri="{D42A27DB-BD31-4B8C-83A1-F6EECF244321}">
                <p14:modId xmlns:p14="http://schemas.microsoft.com/office/powerpoint/2010/main" val="2685736139"/>
              </p:ext>
            </p:extLst>
          </p:nvPr>
        </p:nvGraphicFramePr>
        <p:xfrm>
          <a:off x="998493" y="1893799"/>
          <a:ext cx="2778803" cy="3494134"/>
        </p:xfrm>
        <a:graphic>
          <a:graphicData uri="http://schemas.openxmlformats.org/drawingml/2006/table">
            <a:tbl>
              <a:tblPr>
                <a:tableStyleId>{2D5ABB26-0587-4C30-8999-92F81FD0307C}</a:tableStyleId>
              </a:tblPr>
              <a:tblGrid>
                <a:gridCol w="350371">
                  <a:extLst>
                    <a:ext uri="{9D8B030D-6E8A-4147-A177-3AD203B41FA5}">
                      <a16:colId xmlns:a16="http://schemas.microsoft.com/office/drawing/2014/main" val="2725740259"/>
                    </a:ext>
                  </a:extLst>
                </a:gridCol>
                <a:gridCol w="386616">
                  <a:extLst>
                    <a:ext uri="{9D8B030D-6E8A-4147-A177-3AD203B41FA5}">
                      <a16:colId xmlns:a16="http://schemas.microsoft.com/office/drawing/2014/main" val="338212318"/>
                    </a:ext>
                  </a:extLst>
                </a:gridCol>
                <a:gridCol w="600060">
                  <a:extLst>
                    <a:ext uri="{9D8B030D-6E8A-4147-A177-3AD203B41FA5}">
                      <a16:colId xmlns:a16="http://schemas.microsoft.com/office/drawing/2014/main" val="3257005079"/>
                    </a:ext>
                  </a:extLst>
                </a:gridCol>
                <a:gridCol w="386616">
                  <a:extLst>
                    <a:ext uri="{9D8B030D-6E8A-4147-A177-3AD203B41FA5}">
                      <a16:colId xmlns:a16="http://schemas.microsoft.com/office/drawing/2014/main" val="822188824"/>
                    </a:ext>
                  </a:extLst>
                </a:gridCol>
                <a:gridCol w="390644">
                  <a:extLst>
                    <a:ext uri="{9D8B030D-6E8A-4147-A177-3AD203B41FA5}">
                      <a16:colId xmlns:a16="http://schemas.microsoft.com/office/drawing/2014/main" val="2976253572"/>
                    </a:ext>
                  </a:extLst>
                </a:gridCol>
                <a:gridCol w="664496">
                  <a:extLst>
                    <a:ext uri="{9D8B030D-6E8A-4147-A177-3AD203B41FA5}">
                      <a16:colId xmlns:a16="http://schemas.microsoft.com/office/drawing/2014/main" val="3696636216"/>
                    </a:ext>
                  </a:extLst>
                </a:gridCol>
              </a:tblGrid>
              <a:tr h="218384">
                <a:tc>
                  <a:txBody>
                    <a:bodyPr/>
                    <a:lstStyle/>
                    <a:p>
                      <a:pPr algn="ctr" rtl="0" fontAlgn="t"/>
                      <a:r>
                        <a:rPr lang="en-US" sz="600" b="1">
                          <a:effectLst/>
                        </a:rPr>
                        <a:t>trail_number</a:t>
                      </a:r>
                    </a:p>
                  </a:txBody>
                  <a:tcPr marL="14165" marR="1416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t"/>
                      <a:r>
                        <a:rPr lang="en-US" sz="600" b="1">
                          <a:effectLst/>
                        </a:rPr>
                        <a:t>replace_image</a:t>
                      </a:r>
                    </a:p>
                  </a:txBody>
                  <a:tcPr marL="14165" marR="1416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t"/>
                      <a:r>
                        <a:rPr lang="en-US" sz="600" b="1">
                          <a:effectLst/>
                        </a:rPr>
                        <a:t>replacement_condition</a:t>
                      </a:r>
                    </a:p>
                  </a:txBody>
                  <a:tcPr marL="14165" marR="1416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t"/>
                      <a:r>
                        <a:rPr lang="en-US" sz="600" b="1">
                          <a:effectLst/>
                        </a:rPr>
                        <a:t>user_response</a:t>
                      </a:r>
                    </a:p>
                  </a:txBody>
                  <a:tcPr marL="14165" marR="1416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t"/>
                      <a:r>
                        <a:rPr lang="en-US" sz="600" b="1">
                          <a:effectLst/>
                        </a:rPr>
                        <a:t>response_time</a:t>
                      </a:r>
                    </a:p>
                  </a:txBody>
                  <a:tcPr marL="14165" marR="1416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t"/>
                      <a:r>
                        <a:rPr lang="en-US" sz="600" b="1">
                          <a:effectLst/>
                        </a:rPr>
                        <a:t>trail_mean_pupil_dilation</a:t>
                      </a:r>
                    </a:p>
                  </a:txBody>
                  <a:tcPr marL="14165" marR="1416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41146496"/>
                  </a:ext>
                </a:extLst>
              </a:tr>
              <a:tr h="109191">
                <a:tc>
                  <a:txBody>
                    <a:bodyPr/>
                    <a:lstStyle/>
                    <a:p>
                      <a:pPr algn="r" rtl="0" fontAlgn="b"/>
                      <a:r>
                        <a:rPr lang="en-US" sz="600">
                          <a:effectLst/>
                        </a:rPr>
                        <a:t>1</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fontAlgn="b"/>
                      <a:r>
                        <a:rPr lang="en-US" sz="600">
                          <a:effectLst/>
                        </a:rPr>
                        <a:t>1</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fontAlgn="b"/>
                      <a:r>
                        <a:rPr lang="en-US" sz="600">
                          <a:effectLst/>
                        </a:rPr>
                        <a:t>FI&gt;FI</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fontAlgn="b"/>
                      <a:r>
                        <a:rPr lang="en-US" sz="600">
                          <a:effectLst/>
                        </a:rPr>
                        <a:t>Y</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fontAlgn="b"/>
                      <a:r>
                        <a:rPr lang="en-US" sz="600">
                          <a:effectLst/>
                        </a:rPr>
                        <a:t>0.9732</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rtl="0" fontAlgn="b"/>
                      <a:r>
                        <a:rPr lang="en-US" sz="600">
                          <a:effectLst/>
                        </a:rPr>
                        <a:t>4.233728791</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618020327"/>
                  </a:ext>
                </a:extLst>
              </a:tr>
              <a:tr h="218384">
                <a:tc>
                  <a:txBody>
                    <a:bodyPr/>
                    <a:lstStyle/>
                    <a:p>
                      <a:pPr algn="r" rtl="0" fontAlgn="b"/>
                      <a:r>
                        <a:rPr lang="en-US" sz="600">
                          <a:effectLst/>
                        </a:rPr>
                        <a:t>2</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fontAlgn="b"/>
                      <a:r>
                        <a:rPr lang="en-US" sz="600">
                          <a:effectLst/>
                        </a:rPr>
                        <a:t>0</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fontAlgn="b"/>
                      <a:r>
                        <a:rPr lang="en-US" sz="600">
                          <a:effectLst/>
                        </a:rPr>
                        <a:t>No replacement</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fontAlgn="b"/>
                      <a:r>
                        <a:rPr lang="en-US" sz="600">
                          <a:effectLst/>
                        </a:rPr>
                        <a:t>N</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fontAlgn="b"/>
                      <a:r>
                        <a:rPr lang="en-US" sz="600">
                          <a:effectLst/>
                        </a:rPr>
                        <a:t>2.1838</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rtl="0" fontAlgn="b"/>
                      <a:r>
                        <a:rPr lang="en-US" sz="600">
                          <a:effectLst/>
                        </a:rPr>
                        <a:t>4.25874189</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09091988"/>
                  </a:ext>
                </a:extLst>
              </a:tr>
              <a:tr h="109191">
                <a:tc>
                  <a:txBody>
                    <a:bodyPr/>
                    <a:lstStyle/>
                    <a:p>
                      <a:pPr algn="r" rtl="0" fontAlgn="b"/>
                      <a:r>
                        <a:rPr lang="en-US" sz="600">
                          <a:effectLst/>
                        </a:rPr>
                        <a:t>3</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fontAlgn="b"/>
                      <a:r>
                        <a:rPr lang="en-US" sz="600">
                          <a:effectLst/>
                        </a:rPr>
                        <a:t>1</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fontAlgn="b"/>
                      <a:r>
                        <a:rPr lang="en-US" sz="600">
                          <a:effectLst/>
                        </a:rPr>
                        <a:t>MI&gt;FI</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fontAlgn="b"/>
                      <a:r>
                        <a:rPr lang="en-US" sz="600">
                          <a:effectLst/>
                        </a:rPr>
                        <a:t>N</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fontAlgn="b"/>
                      <a:r>
                        <a:rPr lang="en-US" sz="600">
                          <a:effectLst/>
                        </a:rPr>
                        <a:t>2.1542</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rtl="0" fontAlgn="b"/>
                      <a:r>
                        <a:rPr lang="en-US" sz="600">
                          <a:effectLst/>
                        </a:rPr>
                        <a:t>4.273590725</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59368747"/>
                  </a:ext>
                </a:extLst>
              </a:tr>
              <a:tr h="218384">
                <a:tc>
                  <a:txBody>
                    <a:bodyPr/>
                    <a:lstStyle/>
                    <a:p>
                      <a:pPr algn="r" rtl="0" fontAlgn="b"/>
                      <a:r>
                        <a:rPr lang="en-US" sz="600">
                          <a:effectLst/>
                        </a:rPr>
                        <a:t>4</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fontAlgn="b"/>
                      <a:r>
                        <a:rPr lang="en-US" sz="600">
                          <a:effectLst/>
                        </a:rPr>
                        <a:t>0</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fontAlgn="b"/>
                      <a:r>
                        <a:rPr lang="en-US" sz="600">
                          <a:effectLst/>
                        </a:rPr>
                        <a:t>No replacement</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fontAlgn="b"/>
                      <a:r>
                        <a:rPr lang="en-US" sz="600">
                          <a:effectLst/>
                        </a:rPr>
                        <a:t>N</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fontAlgn="b"/>
                      <a:r>
                        <a:rPr lang="en-US" sz="600">
                          <a:effectLst/>
                        </a:rPr>
                        <a:t>0.3945</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rtl="0" fontAlgn="b"/>
                      <a:r>
                        <a:rPr lang="en-US" sz="600">
                          <a:effectLst/>
                        </a:rPr>
                        <a:t>4.24904328</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81781507"/>
                  </a:ext>
                </a:extLst>
              </a:tr>
              <a:tr h="109191">
                <a:tc>
                  <a:txBody>
                    <a:bodyPr/>
                    <a:lstStyle/>
                    <a:p>
                      <a:pPr algn="r" rtl="0" fontAlgn="b"/>
                      <a:r>
                        <a:rPr lang="en-US" sz="600">
                          <a:effectLst/>
                        </a:rPr>
                        <a:t>5</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fontAlgn="b"/>
                      <a:r>
                        <a:rPr lang="en-US" sz="600">
                          <a:effectLst/>
                        </a:rPr>
                        <a:t>1</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fontAlgn="b"/>
                      <a:r>
                        <a:rPr lang="en-US" sz="600">
                          <a:effectLst/>
                        </a:rPr>
                        <a:t>FI&gt;FO</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fontAlgn="b"/>
                      <a:r>
                        <a:rPr lang="en-US" sz="600">
                          <a:effectLst/>
                        </a:rPr>
                        <a:t>Y</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fontAlgn="b"/>
                      <a:r>
                        <a:rPr lang="en-US" sz="600">
                          <a:effectLst/>
                        </a:rPr>
                        <a:t>0.6969</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rtl="0" fontAlgn="b"/>
                      <a:r>
                        <a:rPr lang="en-US" sz="600">
                          <a:effectLst/>
                        </a:rPr>
                        <a:t>4.025491727</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925174"/>
                  </a:ext>
                </a:extLst>
              </a:tr>
              <a:tr h="218384">
                <a:tc>
                  <a:txBody>
                    <a:bodyPr/>
                    <a:lstStyle/>
                    <a:p>
                      <a:pPr algn="r" rtl="0" fontAlgn="b"/>
                      <a:r>
                        <a:rPr lang="en-US" sz="600">
                          <a:effectLst/>
                        </a:rPr>
                        <a:t>6</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fontAlgn="b"/>
                      <a:r>
                        <a:rPr lang="en-US" sz="600">
                          <a:effectLst/>
                        </a:rPr>
                        <a:t>0</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fontAlgn="b"/>
                      <a:r>
                        <a:rPr lang="en-US" sz="600">
                          <a:effectLst/>
                        </a:rPr>
                        <a:t>No replacement</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fontAlgn="b"/>
                      <a:r>
                        <a:rPr lang="en-US" sz="600">
                          <a:effectLst/>
                        </a:rPr>
                        <a:t>Y</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fontAlgn="b"/>
                      <a:r>
                        <a:rPr lang="en-US" sz="600">
                          <a:effectLst/>
                        </a:rPr>
                        <a:t>0.7260</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rtl="0" fontAlgn="b"/>
                      <a:r>
                        <a:rPr lang="en-US" sz="600">
                          <a:effectLst/>
                        </a:rPr>
                        <a:t>4.220349104</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5836866"/>
                  </a:ext>
                </a:extLst>
              </a:tr>
              <a:tr h="109191">
                <a:tc>
                  <a:txBody>
                    <a:bodyPr/>
                    <a:lstStyle/>
                    <a:p>
                      <a:pPr algn="r" rtl="0" fontAlgn="b"/>
                      <a:r>
                        <a:rPr lang="en-US" sz="600">
                          <a:effectLst/>
                        </a:rPr>
                        <a:t>7</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fontAlgn="b"/>
                      <a:r>
                        <a:rPr lang="en-US" sz="600">
                          <a:effectLst/>
                        </a:rPr>
                        <a:t>1</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fontAlgn="b"/>
                      <a:r>
                        <a:rPr lang="en-US" sz="600">
                          <a:effectLst/>
                        </a:rPr>
                        <a:t>FO&gt;MI</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fontAlgn="b"/>
                      <a:r>
                        <a:rPr lang="en-US" sz="600">
                          <a:effectLst/>
                        </a:rPr>
                        <a:t>N</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fontAlgn="b"/>
                      <a:r>
                        <a:rPr lang="en-US" sz="600">
                          <a:effectLst/>
                        </a:rPr>
                        <a:t>2.0117</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rtl="0" fontAlgn="b"/>
                      <a:r>
                        <a:rPr lang="en-US" sz="600">
                          <a:effectLst/>
                        </a:rPr>
                        <a:t>4.364353597</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72283750"/>
                  </a:ext>
                </a:extLst>
              </a:tr>
              <a:tr h="109191">
                <a:tc>
                  <a:txBody>
                    <a:bodyPr/>
                    <a:lstStyle/>
                    <a:p>
                      <a:pPr algn="r" rtl="0" fontAlgn="b"/>
                      <a:r>
                        <a:rPr lang="en-US" sz="600">
                          <a:effectLst/>
                        </a:rPr>
                        <a:t>8</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fontAlgn="b"/>
                      <a:r>
                        <a:rPr lang="en-US" sz="600">
                          <a:effectLst/>
                        </a:rPr>
                        <a:t>1</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fontAlgn="b"/>
                      <a:r>
                        <a:rPr lang="en-US" sz="600">
                          <a:effectLst/>
                        </a:rPr>
                        <a:t>FO&gt;FO</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fontAlgn="b"/>
                      <a:r>
                        <a:rPr lang="en-US" sz="600">
                          <a:effectLst/>
                        </a:rPr>
                        <a:t>Y</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fontAlgn="b"/>
                      <a:r>
                        <a:rPr lang="en-US" sz="600">
                          <a:effectLst/>
                        </a:rPr>
                        <a:t>3.1286</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rtl="0" fontAlgn="b"/>
                      <a:r>
                        <a:rPr lang="en-US" sz="600">
                          <a:effectLst/>
                        </a:rPr>
                        <a:t>4.414583502</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78330233"/>
                  </a:ext>
                </a:extLst>
              </a:tr>
              <a:tr h="218384">
                <a:tc>
                  <a:txBody>
                    <a:bodyPr/>
                    <a:lstStyle/>
                    <a:p>
                      <a:pPr algn="r" rtl="0" fontAlgn="b"/>
                      <a:r>
                        <a:rPr lang="en-US" sz="600">
                          <a:effectLst/>
                        </a:rPr>
                        <a:t>9</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fontAlgn="b"/>
                      <a:r>
                        <a:rPr lang="en-US" sz="600">
                          <a:effectLst/>
                        </a:rPr>
                        <a:t>0</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fontAlgn="b"/>
                      <a:r>
                        <a:rPr lang="en-US" sz="600">
                          <a:effectLst/>
                        </a:rPr>
                        <a:t>No replacement</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fontAlgn="b"/>
                      <a:r>
                        <a:rPr lang="en-US" sz="600">
                          <a:effectLst/>
                        </a:rPr>
                        <a:t>N</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fontAlgn="b"/>
                      <a:r>
                        <a:rPr lang="en-US" sz="600">
                          <a:effectLst/>
                        </a:rPr>
                        <a:t>1.0490</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rtl="0" fontAlgn="b"/>
                      <a:r>
                        <a:rPr lang="en-US" sz="600">
                          <a:effectLst/>
                        </a:rPr>
                        <a:t>4.439431028</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93922151"/>
                  </a:ext>
                </a:extLst>
              </a:tr>
              <a:tr h="109191">
                <a:tc>
                  <a:txBody>
                    <a:bodyPr/>
                    <a:lstStyle/>
                    <a:p>
                      <a:pPr algn="r" rtl="0" fontAlgn="b"/>
                      <a:r>
                        <a:rPr lang="en-US" sz="600">
                          <a:effectLst/>
                        </a:rPr>
                        <a:t>10</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fontAlgn="b"/>
                      <a:r>
                        <a:rPr lang="en-US" sz="600">
                          <a:effectLst/>
                        </a:rPr>
                        <a:t>1</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fontAlgn="b"/>
                      <a:r>
                        <a:rPr lang="en-US" sz="600">
                          <a:effectLst/>
                        </a:rPr>
                        <a:t>FI&gt;FI</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fontAlgn="b"/>
                      <a:r>
                        <a:rPr lang="en-US" sz="600">
                          <a:effectLst/>
                        </a:rPr>
                        <a:t>N</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fontAlgn="b"/>
                      <a:r>
                        <a:rPr lang="en-US" sz="600">
                          <a:effectLst/>
                        </a:rPr>
                        <a:t>3.4367</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rtl="0" fontAlgn="b"/>
                      <a:r>
                        <a:rPr lang="en-US" sz="600">
                          <a:effectLst/>
                        </a:rPr>
                        <a:t>4.325301634</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84512710"/>
                  </a:ext>
                </a:extLst>
              </a:tr>
              <a:tr h="109191">
                <a:tc>
                  <a:txBody>
                    <a:bodyPr/>
                    <a:lstStyle/>
                    <a:p>
                      <a:pPr algn="r" rtl="0" fontAlgn="b"/>
                      <a:r>
                        <a:rPr lang="en-US" sz="600">
                          <a:effectLst/>
                        </a:rPr>
                        <a:t>11</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fontAlgn="b"/>
                      <a:r>
                        <a:rPr lang="en-US" sz="600">
                          <a:effectLst/>
                        </a:rPr>
                        <a:t>1</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fontAlgn="b"/>
                      <a:r>
                        <a:rPr lang="en-US" sz="600">
                          <a:effectLst/>
                        </a:rPr>
                        <a:t>MI&gt;FO</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fontAlgn="b"/>
                      <a:r>
                        <a:rPr lang="en-US" sz="600">
                          <a:effectLst/>
                        </a:rPr>
                        <a:t>N</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fontAlgn="b"/>
                      <a:r>
                        <a:rPr lang="en-US" sz="600">
                          <a:effectLst/>
                        </a:rPr>
                        <a:t>1.6333</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rtl="0" fontAlgn="b"/>
                      <a:r>
                        <a:rPr lang="en-US" sz="600">
                          <a:effectLst/>
                        </a:rPr>
                        <a:t>4.449241144</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92004081"/>
                  </a:ext>
                </a:extLst>
              </a:tr>
              <a:tr h="109191">
                <a:tc>
                  <a:txBody>
                    <a:bodyPr/>
                    <a:lstStyle/>
                    <a:p>
                      <a:pPr algn="r" rtl="0" fontAlgn="b"/>
                      <a:r>
                        <a:rPr lang="en-US" sz="600">
                          <a:effectLst/>
                        </a:rPr>
                        <a:t>12</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fontAlgn="b"/>
                      <a:r>
                        <a:rPr lang="en-US" sz="600">
                          <a:effectLst/>
                        </a:rPr>
                        <a:t>1</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fontAlgn="b"/>
                      <a:r>
                        <a:rPr lang="en-US" sz="600">
                          <a:effectLst/>
                        </a:rPr>
                        <a:t>MI&gt;FO</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fontAlgn="b"/>
                      <a:r>
                        <a:rPr lang="en-US" sz="600">
                          <a:effectLst/>
                        </a:rPr>
                        <a:t>Y</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fontAlgn="b"/>
                      <a:r>
                        <a:rPr lang="en-US" sz="600">
                          <a:effectLst/>
                        </a:rPr>
                        <a:t>0.8664</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rtl="0" fontAlgn="b"/>
                      <a:r>
                        <a:rPr lang="en-US" sz="600">
                          <a:effectLst/>
                        </a:rPr>
                        <a:t>4.24830767</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17185962"/>
                  </a:ext>
                </a:extLst>
              </a:tr>
              <a:tr h="218384">
                <a:tc>
                  <a:txBody>
                    <a:bodyPr/>
                    <a:lstStyle/>
                    <a:p>
                      <a:pPr algn="r" rtl="0" fontAlgn="b"/>
                      <a:r>
                        <a:rPr lang="en-US" sz="600">
                          <a:effectLst/>
                        </a:rPr>
                        <a:t>13</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fontAlgn="b"/>
                      <a:r>
                        <a:rPr lang="en-US" sz="600">
                          <a:effectLst/>
                        </a:rPr>
                        <a:t>0</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fontAlgn="b"/>
                      <a:r>
                        <a:rPr lang="en-US" sz="600" dirty="0">
                          <a:effectLst/>
                        </a:rPr>
                        <a:t>No replacement</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fontAlgn="b"/>
                      <a:r>
                        <a:rPr lang="en-US" sz="600">
                          <a:effectLst/>
                        </a:rPr>
                        <a:t>N</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fontAlgn="b"/>
                      <a:r>
                        <a:rPr lang="en-US" sz="600">
                          <a:effectLst/>
                        </a:rPr>
                        <a:t>2.0683</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rtl="0" fontAlgn="b"/>
                      <a:r>
                        <a:rPr lang="en-US" sz="600">
                          <a:effectLst/>
                        </a:rPr>
                        <a:t>4.288087813</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04988867"/>
                  </a:ext>
                </a:extLst>
              </a:tr>
              <a:tr h="109191">
                <a:tc>
                  <a:txBody>
                    <a:bodyPr/>
                    <a:lstStyle/>
                    <a:p>
                      <a:pPr algn="r" rtl="0" fontAlgn="b"/>
                      <a:r>
                        <a:rPr lang="en-US" sz="600">
                          <a:effectLst/>
                        </a:rPr>
                        <a:t>14</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fontAlgn="b"/>
                      <a:r>
                        <a:rPr lang="en-US" sz="600">
                          <a:effectLst/>
                        </a:rPr>
                        <a:t>1</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fontAlgn="b"/>
                      <a:r>
                        <a:rPr lang="en-US" sz="600" dirty="0">
                          <a:effectLst/>
                        </a:rPr>
                        <a:t>FI&gt;FO</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fontAlgn="b"/>
                      <a:r>
                        <a:rPr lang="en-US" sz="600">
                          <a:effectLst/>
                        </a:rPr>
                        <a:t>Y</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fontAlgn="b"/>
                      <a:r>
                        <a:rPr lang="en-US" sz="600">
                          <a:effectLst/>
                        </a:rPr>
                        <a:t>0.7824</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rtl="0" fontAlgn="b"/>
                      <a:r>
                        <a:rPr lang="en-US" sz="600">
                          <a:effectLst/>
                        </a:rPr>
                        <a:t>4.26724979</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37227989"/>
                  </a:ext>
                </a:extLst>
              </a:tr>
              <a:tr h="218384">
                <a:tc>
                  <a:txBody>
                    <a:bodyPr/>
                    <a:lstStyle/>
                    <a:p>
                      <a:pPr algn="r" rtl="0" fontAlgn="b"/>
                      <a:r>
                        <a:rPr lang="en-US" sz="600">
                          <a:effectLst/>
                        </a:rPr>
                        <a:t>15</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fontAlgn="b"/>
                      <a:r>
                        <a:rPr lang="en-US" sz="600">
                          <a:effectLst/>
                        </a:rPr>
                        <a:t>0</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fontAlgn="b"/>
                      <a:r>
                        <a:rPr lang="en-US" sz="600" dirty="0">
                          <a:effectLst/>
                        </a:rPr>
                        <a:t>No replacement</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fontAlgn="b"/>
                      <a:r>
                        <a:rPr lang="en-US" sz="600" dirty="0">
                          <a:effectLst/>
                        </a:rPr>
                        <a:t>N</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fontAlgn="b"/>
                      <a:r>
                        <a:rPr lang="en-US" sz="600">
                          <a:effectLst/>
                        </a:rPr>
                        <a:t>0.8256</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rtl="0" fontAlgn="b"/>
                      <a:r>
                        <a:rPr lang="en-US" sz="600">
                          <a:effectLst/>
                        </a:rPr>
                        <a:t>4.339058348</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12140171"/>
                  </a:ext>
                </a:extLst>
              </a:tr>
              <a:tr h="218384">
                <a:tc>
                  <a:txBody>
                    <a:bodyPr/>
                    <a:lstStyle/>
                    <a:p>
                      <a:pPr algn="r" rtl="0" fontAlgn="b"/>
                      <a:r>
                        <a:rPr lang="en-US" sz="600">
                          <a:effectLst/>
                        </a:rPr>
                        <a:t>16</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fontAlgn="b"/>
                      <a:r>
                        <a:rPr lang="en-US" sz="600" dirty="0">
                          <a:effectLst/>
                        </a:rPr>
                        <a:t>0</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fontAlgn="b"/>
                      <a:r>
                        <a:rPr lang="en-US" sz="600" dirty="0">
                          <a:effectLst/>
                        </a:rPr>
                        <a:t>No replacement</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fontAlgn="b"/>
                      <a:r>
                        <a:rPr lang="en-US" sz="600">
                          <a:effectLst/>
                        </a:rPr>
                        <a:t>N</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fontAlgn="b"/>
                      <a:r>
                        <a:rPr lang="en-US" sz="600">
                          <a:effectLst/>
                        </a:rPr>
                        <a:t>1.7516</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rtl="0" fontAlgn="b"/>
                      <a:r>
                        <a:rPr lang="en-US" sz="600" dirty="0">
                          <a:effectLst/>
                        </a:rPr>
                        <a:t>4.324662485</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326850046"/>
                  </a:ext>
                </a:extLst>
              </a:tr>
              <a:tr h="218384">
                <a:tc>
                  <a:txBody>
                    <a:bodyPr/>
                    <a:lstStyle/>
                    <a:p>
                      <a:pPr algn="r" rtl="0" fontAlgn="b"/>
                      <a:r>
                        <a:rPr lang="en-US" sz="600">
                          <a:effectLst/>
                        </a:rPr>
                        <a:t>17</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fontAlgn="b"/>
                      <a:r>
                        <a:rPr lang="en-US" sz="600">
                          <a:effectLst/>
                        </a:rPr>
                        <a:t>0</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fontAlgn="b"/>
                      <a:r>
                        <a:rPr lang="en-US" sz="600">
                          <a:effectLst/>
                        </a:rPr>
                        <a:t>No replacement</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fontAlgn="b"/>
                      <a:r>
                        <a:rPr lang="en-US" sz="600">
                          <a:effectLst/>
                        </a:rPr>
                        <a:t>N</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fontAlgn="b"/>
                      <a:r>
                        <a:rPr lang="en-US" sz="600">
                          <a:effectLst/>
                        </a:rPr>
                        <a:t>1.1665</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rtl="0" fontAlgn="b"/>
                      <a:r>
                        <a:rPr lang="en-US" sz="600">
                          <a:effectLst/>
                        </a:rPr>
                        <a:t>4.278001162</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496304165"/>
                  </a:ext>
                </a:extLst>
              </a:tr>
              <a:tr h="218384">
                <a:tc>
                  <a:txBody>
                    <a:bodyPr/>
                    <a:lstStyle/>
                    <a:p>
                      <a:pPr algn="r" rtl="0" fontAlgn="b"/>
                      <a:r>
                        <a:rPr lang="en-US" sz="600">
                          <a:effectLst/>
                        </a:rPr>
                        <a:t>18</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fontAlgn="b"/>
                      <a:r>
                        <a:rPr lang="en-US" sz="600">
                          <a:effectLst/>
                        </a:rPr>
                        <a:t>0</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fontAlgn="b"/>
                      <a:r>
                        <a:rPr lang="en-US" sz="600">
                          <a:effectLst/>
                        </a:rPr>
                        <a:t>No replacement</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fontAlgn="b"/>
                      <a:r>
                        <a:rPr lang="en-US" sz="600">
                          <a:effectLst/>
                        </a:rPr>
                        <a:t>N</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fontAlgn="b"/>
                      <a:r>
                        <a:rPr lang="en-US" sz="600">
                          <a:effectLst/>
                        </a:rPr>
                        <a:t>1.5880</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rtl="0" fontAlgn="b"/>
                      <a:r>
                        <a:rPr lang="en-US" sz="600">
                          <a:effectLst/>
                        </a:rPr>
                        <a:t>4.39906671</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90447646"/>
                  </a:ext>
                </a:extLst>
              </a:tr>
              <a:tr h="218384">
                <a:tc>
                  <a:txBody>
                    <a:bodyPr/>
                    <a:lstStyle/>
                    <a:p>
                      <a:pPr algn="r" rtl="0" fontAlgn="b"/>
                      <a:r>
                        <a:rPr lang="en-US" sz="600">
                          <a:effectLst/>
                        </a:rPr>
                        <a:t>19</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fontAlgn="b"/>
                      <a:r>
                        <a:rPr lang="en-US" sz="600">
                          <a:effectLst/>
                        </a:rPr>
                        <a:t>0</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fontAlgn="b"/>
                      <a:r>
                        <a:rPr lang="en-US" sz="600">
                          <a:effectLst/>
                        </a:rPr>
                        <a:t>No replacement</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fontAlgn="b"/>
                      <a:r>
                        <a:rPr lang="en-US" sz="600">
                          <a:effectLst/>
                        </a:rPr>
                        <a:t>N</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fontAlgn="b"/>
                      <a:r>
                        <a:rPr lang="en-US" sz="600">
                          <a:effectLst/>
                        </a:rPr>
                        <a:t>0.9512</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rtl="0" fontAlgn="b"/>
                      <a:r>
                        <a:rPr lang="en-US" sz="600">
                          <a:effectLst/>
                        </a:rPr>
                        <a:t>4.227464945</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47927220"/>
                  </a:ext>
                </a:extLst>
              </a:tr>
              <a:tr h="109191">
                <a:tc>
                  <a:txBody>
                    <a:bodyPr/>
                    <a:lstStyle/>
                    <a:p>
                      <a:pPr algn="r" rtl="0" fontAlgn="b"/>
                      <a:r>
                        <a:rPr lang="en-US" sz="600">
                          <a:effectLst/>
                        </a:rPr>
                        <a:t>20</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fontAlgn="b"/>
                      <a:r>
                        <a:rPr lang="en-US" sz="600">
                          <a:effectLst/>
                        </a:rPr>
                        <a:t>1</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fontAlgn="b"/>
                      <a:r>
                        <a:rPr lang="en-US" sz="600">
                          <a:effectLst/>
                        </a:rPr>
                        <a:t>FO&gt;FO</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fontAlgn="b"/>
                      <a:r>
                        <a:rPr lang="en-US" sz="600">
                          <a:effectLst/>
                        </a:rPr>
                        <a:t>N</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fontAlgn="b"/>
                      <a:r>
                        <a:rPr lang="en-US" sz="600">
                          <a:effectLst/>
                        </a:rPr>
                        <a:t>0.6595</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rtl="0" fontAlgn="b"/>
                      <a:r>
                        <a:rPr lang="en-US" sz="600" dirty="0">
                          <a:effectLst/>
                        </a:rPr>
                        <a:t>4.332804153</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61789958"/>
                  </a:ext>
                </a:extLst>
              </a:tr>
            </a:tbl>
          </a:graphicData>
        </a:graphic>
      </p:graphicFrame>
      <p:sp>
        <p:nvSpPr>
          <p:cNvPr id="2" name="TextBox 1">
            <a:extLst>
              <a:ext uri="{FF2B5EF4-FFF2-40B4-BE49-F238E27FC236}">
                <a16:creationId xmlns:a16="http://schemas.microsoft.com/office/drawing/2014/main" id="{E77753B2-BC36-57A3-1233-2EDE5A09A90A}"/>
              </a:ext>
            </a:extLst>
          </p:cNvPr>
          <p:cNvSpPr txBox="1"/>
          <p:nvPr/>
        </p:nvSpPr>
        <p:spPr>
          <a:xfrm>
            <a:off x="1274700" y="5526432"/>
            <a:ext cx="3378745" cy="276999"/>
          </a:xfrm>
          <a:prstGeom prst="rect">
            <a:avLst/>
          </a:prstGeom>
          <a:noFill/>
        </p:spPr>
        <p:txBody>
          <a:bodyPr wrap="square" rtlCol="0">
            <a:spAutoFit/>
          </a:bodyPr>
          <a:lstStyle/>
          <a:p>
            <a:r>
              <a:rPr lang="en-US" sz="1200" dirty="0"/>
              <a:t>Processed data from eye tracker</a:t>
            </a:r>
          </a:p>
        </p:txBody>
      </p:sp>
      <p:pic>
        <p:nvPicPr>
          <p:cNvPr id="4" name="Picture 3">
            <a:extLst>
              <a:ext uri="{FF2B5EF4-FFF2-40B4-BE49-F238E27FC236}">
                <a16:creationId xmlns:a16="http://schemas.microsoft.com/office/drawing/2014/main" id="{51654A48-2FC7-63C3-B51B-BE61D755F76D}"/>
              </a:ext>
            </a:extLst>
          </p:cNvPr>
          <p:cNvPicPr>
            <a:picLocks noChangeAspect="1"/>
          </p:cNvPicPr>
          <p:nvPr/>
        </p:nvPicPr>
        <p:blipFill>
          <a:blip r:embed="rId3"/>
          <a:stretch>
            <a:fillRect/>
          </a:stretch>
        </p:blipFill>
        <p:spPr>
          <a:xfrm>
            <a:off x="8619989" y="1893799"/>
            <a:ext cx="1965904" cy="3403048"/>
          </a:xfrm>
          <a:prstGeom prst="rect">
            <a:avLst/>
          </a:prstGeom>
        </p:spPr>
      </p:pic>
      <p:sp>
        <p:nvSpPr>
          <p:cNvPr id="6" name="TextBox 5">
            <a:extLst>
              <a:ext uri="{FF2B5EF4-FFF2-40B4-BE49-F238E27FC236}">
                <a16:creationId xmlns:a16="http://schemas.microsoft.com/office/drawing/2014/main" id="{EEE17EEB-73E0-4BDC-51F7-CA32C82C7B77}"/>
              </a:ext>
            </a:extLst>
          </p:cNvPr>
          <p:cNvSpPr txBox="1"/>
          <p:nvPr/>
        </p:nvSpPr>
        <p:spPr>
          <a:xfrm>
            <a:off x="7913568" y="5450058"/>
            <a:ext cx="3378745" cy="276999"/>
          </a:xfrm>
          <a:prstGeom prst="rect">
            <a:avLst/>
          </a:prstGeom>
          <a:noFill/>
        </p:spPr>
        <p:txBody>
          <a:bodyPr wrap="square" rtlCol="0">
            <a:spAutoFit/>
          </a:bodyPr>
          <a:lstStyle/>
          <a:p>
            <a:r>
              <a:rPr lang="en-US" sz="1200" dirty="0"/>
              <a:t>User Input evaluation during the experiment</a:t>
            </a:r>
          </a:p>
        </p:txBody>
      </p:sp>
      <p:sp>
        <p:nvSpPr>
          <p:cNvPr id="7" name="TextBox 6">
            <a:extLst>
              <a:ext uri="{FF2B5EF4-FFF2-40B4-BE49-F238E27FC236}">
                <a16:creationId xmlns:a16="http://schemas.microsoft.com/office/drawing/2014/main" id="{4D156D20-F675-B1AC-4FFE-15AABD2368B1}"/>
              </a:ext>
            </a:extLst>
          </p:cNvPr>
          <p:cNvSpPr txBox="1"/>
          <p:nvPr/>
        </p:nvSpPr>
        <p:spPr>
          <a:xfrm>
            <a:off x="4235600" y="5807780"/>
            <a:ext cx="3720798" cy="276999"/>
          </a:xfrm>
          <a:prstGeom prst="rect">
            <a:avLst/>
          </a:prstGeom>
          <a:noFill/>
        </p:spPr>
        <p:txBody>
          <a:bodyPr wrap="square" rtlCol="0">
            <a:spAutoFit/>
          </a:bodyPr>
          <a:lstStyle/>
          <a:p>
            <a:r>
              <a:rPr lang="en-US" sz="1200" dirty="0"/>
              <a:t>Participant Responses collected from Google Forms</a:t>
            </a:r>
          </a:p>
        </p:txBody>
      </p:sp>
    </p:spTree>
    <p:extLst>
      <p:ext uri="{BB962C8B-B14F-4D97-AF65-F5344CB8AC3E}">
        <p14:creationId xmlns:p14="http://schemas.microsoft.com/office/powerpoint/2010/main" val="27663149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BE4D7"/>
        </a:solidFill>
        <a:effectLst/>
      </p:bgPr>
    </p:bg>
    <p:spTree>
      <p:nvGrpSpPr>
        <p:cNvPr id="1" name=""/>
        <p:cNvGrpSpPr/>
        <p:nvPr/>
      </p:nvGrpSpPr>
      <p:grpSpPr>
        <a:xfrm>
          <a:off x="0" y="0"/>
          <a:ext cx="0" cy="0"/>
          <a:chOff x="0" y="0"/>
          <a:chExt cx="0" cy="0"/>
        </a:xfrm>
      </p:grpSpPr>
      <p:pic>
        <p:nvPicPr>
          <p:cNvPr id="5" name="Content Placeholder 4" descr="Document with solid fill">
            <a:extLst>
              <a:ext uri="{FF2B5EF4-FFF2-40B4-BE49-F238E27FC236}">
                <a16:creationId xmlns:a16="http://schemas.microsoft.com/office/drawing/2014/main" id="{CD36F202-56CB-5CCF-3CCE-AA7E75896A19}"/>
              </a:ext>
            </a:extLst>
          </p:cNvPr>
          <p:cNvPicPr>
            <a:picLocks noGrp="1" noChangeAspect="1"/>
          </p:cNvPicPr>
          <p:nvPr>
            <p:ph idx="1"/>
          </p:nvPr>
        </p:nvPicPr>
        <p:blipFill>
          <a:blip r:embed="rId2">
            <a:extLst>
              <a:ext uri="{96DAC541-7B7A-43D3-8B79-37D633B846F1}">
                <asvg:svgBlip xmlns:asvg="http://schemas.microsoft.com/office/drawing/2016/SVG/main" r:embed="rId3"/>
              </a:ext>
            </a:extLst>
          </a:blip>
          <a:stretch>
            <a:fillRect/>
          </a:stretch>
        </p:blipFill>
        <p:spPr>
          <a:xfrm>
            <a:off x="866393" y="2935187"/>
            <a:ext cx="1199322" cy="1199322"/>
          </a:xfrm>
        </p:spPr>
      </p:pic>
      <p:graphicFrame>
        <p:nvGraphicFramePr>
          <p:cNvPr id="6" name="Table 5">
            <a:extLst>
              <a:ext uri="{FF2B5EF4-FFF2-40B4-BE49-F238E27FC236}">
                <a16:creationId xmlns:a16="http://schemas.microsoft.com/office/drawing/2014/main" id="{FDE8728A-4444-713E-BADC-A238D71A3BF9}"/>
              </a:ext>
            </a:extLst>
          </p:cNvPr>
          <p:cNvGraphicFramePr>
            <a:graphicFrameLocks noGrp="1"/>
          </p:cNvGraphicFramePr>
          <p:nvPr>
            <p:extLst>
              <p:ext uri="{D42A27DB-BD31-4B8C-83A1-F6EECF244321}">
                <p14:modId xmlns:p14="http://schemas.microsoft.com/office/powerpoint/2010/main" val="1230826390"/>
              </p:ext>
            </p:extLst>
          </p:nvPr>
        </p:nvGraphicFramePr>
        <p:xfrm>
          <a:off x="8823012" y="1681933"/>
          <a:ext cx="2778803" cy="3494134"/>
        </p:xfrm>
        <a:graphic>
          <a:graphicData uri="http://schemas.openxmlformats.org/drawingml/2006/table">
            <a:tbl>
              <a:tblPr>
                <a:tableStyleId>{2D5ABB26-0587-4C30-8999-92F81FD0307C}</a:tableStyleId>
              </a:tblPr>
              <a:tblGrid>
                <a:gridCol w="350371">
                  <a:extLst>
                    <a:ext uri="{9D8B030D-6E8A-4147-A177-3AD203B41FA5}">
                      <a16:colId xmlns:a16="http://schemas.microsoft.com/office/drawing/2014/main" val="2725740259"/>
                    </a:ext>
                  </a:extLst>
                </a:gridCol>
                <a:gridCol w="386616">
                  <a:extLst>
                    <a:ext uri="{9D8B030D-6E8A-4147-A177-3AD203B41FA5}">
                      <a16:colId xmlns:a16="http://schemas.microsoft.com/office/drawing/2014/main" val="338212318"/>
                    </a:ext>
                  </a:extLst>
                </a:gridCol>
                <a:gridCol w="600060">
                  <a:extLst>
                    <a:ext uri="{9D8B030D-6E8A-4147-A177-3AD203B41FA5}">
                      <a16:colId xmlns:a16="http://schemas.microsoft.com/office/drawing/2014/main" val="3257005079"/>
                    </a:ext>
                  </a:extLst>
                </a:gridCol>
                <a:gridCol w="386616">
                  <a:extLst>
                    <a:ext uri="{9D8B030D-6E8A-4147-A177-3AD203B41FA5}">
                      <a16:colId xmlns:a16="http://schemas.microsoft.com/office/drawing/2014/main" val="822188824"/>
                    </a:ext>
                  </a:extLst>
                </a:gridCol>
                <a:gridCol w="390644">
                  <a:extLst>
                    <a:ext uri="{9D8B030D-6E8A-4147-A177-3AD203B41FA5}">
                      <a16:colId xmlns:a16="http://schemas.microsoft.com/office/drawing/2014/main" val="2976253572"/>
                    </a:ext>
                  </a:extLst>
                </a:gridCol>
                <a:gridCol w="664496">
                  <a:extLst>
                    <a:ext uri="{9D8B030D-6E8A-4147-A177-3AD203B41FA5}">
                      <a16:colId xmlns:a16="http://schemas.microsoft.com/office/drawing/2014/main" val="3696636216"/>
                    </a:ext>
                  </a:extLst>
                </a:gridCol>
              </a:tblGrid>
              <a:tr h="218384">
                <a:tc>
                  <a:txBody>
                    <a:bodyPr/>
                    <a:lstStyle/>
                    <a:p>
                      <a:pPr algn="ctr" rtl="0" fontAlgn="t"/>
                      <a:r>
                        <a:rPr lang="en-US" sz="600" b="1">
                          <a:effectLst/>
                        </a:rPr>
                        <a:t>trail_number</a:t>
                      </a:r>
                    </a:p>
                  </a:txBody>
                  <a:tcPr marL="14165" marR="1416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t"/>
                      <a:r>
                        <a:rPr lang="en-US" sz="600" b="1">
                          <a:effectLst/>
                        </a:rPr>
                        <a:t>replace_image</a:t>
                      </a:r>
                    </a:p>
                  </a:txBody>
                  <a:tcPr marL="14165" marR="1416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t"/>
                      <a:r>
                        <a:rPr lang="en-US" sz="600" b="1">
                          <a:effectLst/>
                        </a:rPr>
                        <a:t>replacement_condition</a:t>
                      </a:r>
                    </a:p>
                  </a:txBody>
                  <a:tcPr marL="14165" marR="1416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t"/>
                      <a:r>
                        <a:rPr lang="en-US" sz="600" b="1">
                          <a:effectLst/>
                        </a:rPr>
                        <a:t>user_response</a:t>
                      </a:r>
                    </a:p>
                  </a:txBody>
                  <a:tcPr marL="14165" marR="1416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t"/>
                      <a:r>
                        <a:rPr lang="en-US" sz="600" b="1">
                          <a:effectLst/>
                        </a:rPr>
                        <a:t>response_time</a:t>
                      </a:r>
                    </a:p>
                  </a:txBody>
                  <a:tcPr marL="14165" marR="1416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t"/>
                      <a:r>
                        <a:rPr lang="en-US" sz="600" b="1">
                          <a:effectLst/>
                        </a:rPr>
                        <a:t>trail_mean_pupil_dilation</a:t>
                      </a:r>
                    </a:p>
                  </a:txBody>
                  <a:tcPr marL="14165" marR="1416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41146496"/>
                  </a:ext>
                </a:extLst>
              </a:tr>
              <a:tr h="109191">
                <a:tc>
                  <a:txBody>
                    <a:bodyPr/>
                    <a:lstStyle/>
                    <a:p>
                      <a:pPr algn="r" rtl="0" fontAlgn="b"/>
                      <a:r>
                        <a:rPr lang="en-US" sz="600">
                          <a:effectLst/>
                        </a:rPr>
                        <a:t>1</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fontAlgn="b"/>
                      <a:r>
                        <a:rPr lang="en-US" sz="600">
                          <a:effectLst/>
                        </a:rPr>
                        <a:t>1</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fontAlgn="b"/>
                      <a:r>
                        <a:rPr lang="en-US" sz="600">
                          <a:effectLst/>
                        </a:rPr>
                        <a:t>FI&gt;FI</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fontAlgn="b"/>
                      <a:r>
                        <a:rPr lang="en-US" sz="600">
                          <a:effectLst/>
                        </a:rPr>
                        <a:t>Y</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fontAlgn="b"/>
                      <a:r>
                        <a:rPr lang="en-US" sz="600">
                          <a:effectLst/>
                        </a:rPr>
                        <a:t>0.9732</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rtl="0" fontAlgn="b"/>
                      <a:r>
                        <a:rPr lang="en-US" sz="600">
                          <a:effectLst/>
                        </a:rPr>
                        <a:t>4.233728791</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618020327"/>
                  </a:ext>
                </a:extLst>
              </a:tr>
              <a:tr h="218384">
                <a:tc>
                  <a:txBody>
                    <a:bodyPr/>
                    <a:lstStyle/>
                    <a:p>
                      <a:pPr algn="r" rtl="0" fontAlgn="b"/>
                      <a:r>
                        <a:rPr lang="en-US" sz="600">
                          <a:effectLst/>
                        </a:rPr>
                        <a:t>2</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fontAlgn="b"/>
                      <a:r>
                        <a:rPr lang="en-US" sz="600">
                          <a:effectLst/>
                        </a:rPr>
                        <a:t>0</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fontAlgn="b"/>
                      <a:r>
                        <a:rPr lang="en-US" sz="600" dirty="0">
                          <a:effectLst/>
                        </a:rPr>
                        <a:t>No replacement</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fontAlgn="b"/>
                      <a:r>
                        <a:rPr lang="en-US" sz="600">
                          <a:effectLst/>
                        </a:rPr>
                        <a:t>N</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fontAlgn="b"/>
                      <a:r>
                        <a:rPr lang="en-US" sz="600">
                          <a:effectLst/>
                        </a:rPr>
                        <a:t>2.1838</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rtl="0" fontAlgn="b"/>
                      <a:r>
                        <a:rPr lang="en-US" sz="600">
                          <a:effectLst/>
                        </a:rPr>
                        <a:t>4.25874189</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09091988"/>
                  </a:ext>
                </a:extLst>
              </a:tr>
              <a:tr h="109191">
                <a:tc>
                  <a:txBody>
                    <a:bodyPr/>
                    <a:lstStyle/>
                    <a:p>
                      <a:pPr algn="r" rtl="0" fontAlgn="b"/>
                      <a:r>
                        <a:rPr lang="en-US" sz="600">
                          <a:effectLst/>
                        </a:rPr>
                        <a:t>3</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fontAlgn="b"/>
                      <a:r>
                        <a:rPr lang="en-US" sz="600">
                          <a:effectLst/>
                        </a:rPr>
                        <a:t>1</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fontAlgn="b"/>
                      <a:r>
                        <a:rPr lang="en-US" sz="600">
                          <a:effectLst/>
                        </a:rPr>
                        <a:t>MI&gt;FI</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fontAlgn="b"/>
                      <a:r>
                        <a:rPr lang="en-US" sz="600">
                          <a:effectLst/>
                        </a:rPr>
                        <a:t>N</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fontAlgn="b"/>
                      <a:r>
                        <a:rPr lang="en-US" sz="600">
                          <a:effectLst/>
                        </a:rPr>
                        <a:t>2.1542</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rtl="0" fontAlgn="b"/>
                      <a:r>
                        <a:rPr lang="en-US" sz="600">
                          <a:effectLst/>
                        </a:rPr>
                        <a:t>4.273590725</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59368747"/>
                  </a:ext>
                </a:extLst>
              </a:tr>
              <a:tr h="218384">
                <a:tc>
                  <a:txBody>
                    <a:bodyPr/>
                    <a:lstStyle/>
                    <a:p>
                      <a:pPr algn="r" rtl="0" fontAlgn="b"/>
                      <a:r>
                        <a:rPr lang="en-US" sz="600">
                          <a:effectLst/>
                        </a:rPr>
                        <a:t>4</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fontAlgn="b"/>
                      <a:r>
                        <a:rPr lang="en-US" sz="600">
                          <a:effectLst/>
                        </a:rPr>
                        <a:t>0</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fontAlgn="b"/>
                      <a:r>
                        <a:rPr lang="en-US" sz="600">
                          <a:effectLst/>
                        </a:rPr>
                        <a:t>No replacement</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fontAlgn="b"/>
                      <a:r>
                        <a:rPr lang="en-US" sz="600">
                          <a:effectLst/>
                        </a:rPr>
                        <a:t>N</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fontAlgn="b"/>
                      <a:r>
                        <a:rPr lang="en-US" sz="600">
                          <a:effectLst/>
                        </a:rPr>
                        <a:t>0.3945</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rtl="0" fontAlgn="b"/>
                      <a:r>
                        <a:rPr lang="en-US" sz="600">
                          <a:effectLst/>
                        </a:rPr>
                        <a:t>4.24904328</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81781507"/>
                  </a:ext>
                </a:extLst>
              </a:tr>
              <a:tr h="109191">
                <a:tc>
                  <a:txBody>
                    <a:bodyPr/>
                    <a:lstStyle/>
                    <a:p>
                      <a:pPr algn="r" rtl="0" fontAlgn="b"/>
                      <a:r>
                        <a:rPr lang="en-US" sz="600">
                          <a:effectLst/>
                        </a:rPr>
                        <a:t>5</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fontAlgn="b"/>
                      <a:r>
                        <a:rPr lang="en-US" sz="600">
                          <a:effectLst/>
                        </a:rPr>
                        <a:t>1</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fontAlgn="b"/>
                      <a:r>
                        <a:rPr lang="en-US" sz="600">
                          <a:effectLst/>
                        </a:rPr>
                        <a:t>FI&gt;FO</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fontAlgn="b"/>
                      <a:r>
                        <a:rPr lang="en-US" sz="600">
                          <a:effectLst/>
                        </a:rPr>
                        <a:t>Y</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fontAlgn="b"/>
                      <a:r>
                        <a:rPr lang="en-US" sz="600">
                          <a:effectLst/>
                        </a:rPr>
                        <a:t>0.6969</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rtl="0" fontAlgn="b"/>
                      <a:r>
                        <a:rPr lang="en-US" sz="600">
                          <a:effectLst/>
                        </a:rPr>
                        <a:t>4.025491727</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925174"/>
                  </a:ext>
                </a:extLst>
              </a:tr>
              <a:tr h="218384">
                <a:tc>
                  <a:txBody>
                    <a:bodyPr/>
                    <a:lstStyle/>
                    <a:p>
                      <a:pPr algn="r" rtl="0" fontAlgn="b"/>
                      <a:r>
                        <a:rPr lang="en-US" sz="600">
                          <a:effectLst/>
                        </a:rPr>
                        <a:t>6</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fontAlgn="b"/>
                      <a:r>
                        <a:rPr lang="en-US" sz="600">
                          <a:effectLst/>
                        </a:rPr>
                        <a:t>0</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fontAlgn="b"/>
                      <a:r>
                        <a:rPr lang="en-US" sz="600">
                          <a:effectLst/>
                        </a:rPr>
                        <a:t>No replacement</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fontAlgn="b"/>
                      <a:r>
                        <a:rPr lang="en-US" sz="600">
                          <a:effectLst/>
                        </a:rPr>
                        <a:t>Y</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fontAlgn="b"/>
                      <a:r>
                        <a:rPr lang="en-US" sz="600">
                          <a:effectLst/>
                        </a:rPr>
                        <a:t>0.7260</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rtl="0" fontAlgn="b"/>
                      <a:r>
                        <a:rPr lang="en-US" sz="600">
                          <a:effectLst/>
                        </a:rPr>
                        <a:t>4.220349104</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5836866"/>
                  </a:ext>
                </a:extLst>
              </a:tr>
              <a:tr h="109191">
                <a:tc>
                  <a:txBody>
                    <a:bodyPr/>
                    <a:lstStyle/>
                    <a:p>
                      <a:pPr algn="r" rtl="0" fontAlgn="b"/>
                      <a:r>
                        <a:rPr lang="en-US" sz="600">
                          <a:effectLst/>
                        </a:rPr>
                        <a:t>7</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fontAlgn="b"/>
                      <a:r>
                        <a:rPr lang="en-US" sz="600">
                          <a:effectLst/>
                        </a:rPr>
                        <a:t>1</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fontAlgn="b"/>
                      <a:r>
                        <a:rPr lang="en-US" sz="600">
                          <a:effectLst/>
                        </a:rPr>
                        <a:t>FO&gt;MI</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fontAlgn="b"/>
                      <a:r>
                        <a:rPr lang="en-US" sz="600">
                          <a:effectLst/>
                        </a:rPr>
                        <a:t>N</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fontAlgn="b"/>
                      <a:r>
                        <a:rPr lang="en-US" sz="600">
                          <a:effectLst/>
                        </a:rPr>
                        <a:t>2.0117</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rtl="0" fontAlgn="b"/>
                      <a:r>
                        <a:rPr lang="en-US" sz="600">
                          <a:effectLst/>
                        </a:rPr>
                        <a:t>4.364353597</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72283750"/>
                  </a:ext>
                </a:extLst>
              </a:tr>
              <a:tr h="109191">
                <a:tc>
                  <a:txBody>
                    <a:bodyPr/>
                    <a:lstStyle/>
                    <a:p>
                      <a:pPr algn="r" rtl="0" fontAlgn="b"/>
                      <a:r>
                        <a:rPr lang="en-US" sz="600">
                          <a:effectLst/>
                        </a:rPr>
                        <a:t>8</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fontAlgn="b"/>
                      <a:r>
                        <a:rPr lang="en-US" sz="600">
                          <a:effectLst/>
                        </a:rPr>
                        <a:t>1</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fontAlgn="b"/>
                      <a:r>
                        <a:rPr lang="en-US" sz="600">
                          <a:effectLst/>
                        </a:rPr>
                        <a:t>FO&gt;FO</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fontAlgn="b"/>
                      <a:r>
                        <a:rPr lang="en-US" sz="600">
                          <a:effectLst/>
                        </a:rPr>
                        <a:t>Y</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fontAlgn="b"/>
                      <a:r>
                        <a:rPr lang="en-US" sz="600">
                          <a:effectLst/>
                        </a:rPr>
                        <a:t>3.1286</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rtl="0" fontAlgn="b"/>
                      <a:r>
                        <a:rPr lang="en-US" sz="600">
                          <a:effectLst/>
                        </a:rPr>
                        <a:t>4.414583502</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78330233"/>
                  </a:ext>
                </a:extLst>
              </a:tr>
              <a:tr h="218384">
                <a:tc>
                  <a:txBody>
                    <a:bodyPr/>
                    <a:lstStyle/>
                    <a:p>
                      <a:pPr algn="r" rtl="0" fontAlgn="b"/>
                      <a:r>
                        <a:rPr lang="en-US" sz="600">
                          <a:effectLst/>
                        </a:rPr>
                        <a:t>9</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fontAlgn="b"/>
                      <a:r>
                        <a:rPr lang="en-US" sz="600">
                          <a:effectLst/>
                        </a:rPr>
                        <a:t>0</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fontAlgn="b"/>
                      <a:r>
                        <a:rPr lang="en-US" sz="600">
                          <a:effectLst/>
                        </a:rPr>
                        <a:t>No replacement</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fontAlgn="b"/>
                      <a:r>
                        <a:rPr lang="en-US" sz="600">
                          <a:effectLst/>
                        </a:rPr>
                        <a:t>N</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fontAlgn="b"/>
                      <a:r>
                        <a:rPr lang="en-US" sz="600">
                          <a:effectLst/>
                        </a:rPr>
                        <a:t>1.0490</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rtl="0" fontAlgn="b"/>
                      <a:r>
                        <a:rPr lang="en-US" sz="600">
                          <a:effectLst/>
                        </a:rPr>
                        <a:t>4.439431028</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93922151"/>
                  </a:ext>
                </a:extLst>
              </a:tr>
              <a:tr h="109191">
                <a:tc>
                  <a:txBody>
                    <a:bodyPr/>
                    <a:lstStyle/>
                    <a:p>
                      <a:pPr algn="r" rtl="0" fontAlgn="b"/>
                      <a:r>
                        <a:rPr lang="en-US" sz="600">
                          <a:effectLst/>
                        </a:rPr>
                        <a:t>10</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fontAlgn="b"/>
                      <a:r>
                        <a:rPr lang="en-US" sz="600">
                          <a:effectLst/>
                        </a:rPr>
                        <a:t>1</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fontAlgn="b"/>
                      <a:r>
                        <a:rPr lang="en-US" sz="600">
                          <a:effectLst/>
                        </a:rPr>
                        <a:t>FI&gt;FI</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fontAlgn="b"/>
                      <a:r>
                        <a:rPr lang="en-US" sz="600">
                          <a:effectLst/>
                        </a:rPr>
                        <a:t>N</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fontAlgn="b"/>
                      <a:r>
                        <a:rPr lang="en-US" sz="600">
                          <a:effectLst/>
                        </a:rPr>
                        <a:t>3.4367</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rtl="0" fontAlgn="b"/>
                      <a:r>
                        <a:rPr lang="en-US" sz="600">
                          <a:effectLst/>
                        </a:rPr>
                        <a:t>4.325301634</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84512710"/>
                  </a:ext>
                </a:extLst>
              </a:tr>
              <a:tr h="109191">
                <a:tc>
                  <a:txBody>
                    <a:bodyPr/>
                    <a:lstStyle/>
                    <a:p>
                      <a:pPr algn="r" rtl="0" fontAlgn="b"/>
                      <a:r>
                        <a:rPr lang="en-US" sz="600">
                          <a:effectLst/>
                        </a:rPr>
                        <a:t>11</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fontAlgn="b"/>
                      <a:r>
                        <a:rPr lang="en-US" sz="600">
                          <a:effectLst/>
                        </a:rPr>
                        <a:t>1</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fontAlgn="b"/>
                      <a:r>
                        <a:rPr lang="en-US" sz="600">
                          <a:effectLst/>
                        </a:rPr>
                        <a:t>MI&gt;FO</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fontAlgn="b"/>
                      <a:r>
                        <a:rPr lang="en-US" sz="600">
                          <a:effectLst/>
                        </a:rPr>
                        <a:t>N</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fontAlgn="b"/>
                      <a:r>
                        <a:rPr lang="en-US" sz="600">
                          <a:effectLst/>
                        </a:rPr>
                        <a:t>1.6333</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rtl="0" fontAlgn="b"/>
                      <a:r>
                        <a:rPr lang="en-US" sz="600">
                          <a:effectLst/>
                        </a:rPr>
                        <a:t>4.449241144</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92004081"/>
                  </a:ext>
                </a:extLst>
              </a:tr>
              <a:tr h="109191">
                <a:tc>
                  <a:txBody>
                    <a:bodyPr/>
                    <a:lstStyle/>
                    <a:p>
                      <a:pPr algn="r" rtl="0" fontAlgn="b"/>
                      <a:r>
                        <a:rPr lang="en-US" sz="600">
                          <a:effectLst/>
                        </a:rPr>
                        <a:t>12</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fontAlgn="b"/>
                      <a:r>
                        <a:rPr lang="en-US" sz="600">
                          <a:effectLst/>
                        </a:rPr>
                        <a:t>1</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fontAlgn="b"/>
                      <a:r>
                        <a:rPr lang="en-US" sz="600">
                          <a:effectLst/>
                        </a:rPr>
                        <a:t>MI&gt;FO</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fontAlgn="b"/>
                      <a:r>
                        <a:rPr lang="en-US" sz="600">
                          <a:effectLst/>
                        </a:rPr>
                        <a:t>Y</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fontAlgn="b"/>
                      <a:r>
                        <a:rPr lang="en-US" sz="600">
                          <a:effectLst/>
                        </a:rPr>
                        <a:t>0.8664</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rtl="0" fontAlgn="b"/>
                      <a:r>
                        <a:rPr lang="en-US" sz="600">
                          <a:effectLst/>
                        </a:rPr>
                        <a:t>4.24830767</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17185962"/>
                  </a:ext>
                </a:extLst>
              </a:tr>
              <a:tr h="218384">
                <a:tc>
                  <a:txBody>
                    <a:bodyPr/>
                    <a:lstStyle/>
                    <a:p>
                      <a:pPr algn="r" rtl="0" fontAlgn="b"/>
                      <a:r>
                        <a:rPr lang="en-US" sz="600">
                          <a:effectLst/>
                        </a:rPr>
                        <a:t>13</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fontAlgn="b"/>
                      <a:r>
                        <a:rPr lang="en-US" sz="600">
                          <a:effectLst/>
                        </a:rPr>
                        <a:t>0</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fontAlgn="b"/>
                      <a:r>
                        <a:rPr lang="en-US" sz="600" dirty="0">
                          <a:effectLst/>
                        </a:rPr>
                        <a:t>No replacement</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fontAlgn="b"/>
                      <a:r>
                        <a:rPr lang="en-US" sz="600">
                          <a:effectLst/>
                        </a:rPr>
                        <a:t>N</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fontAlgn="b"/>
                      <a:r>
                        <a:rPr lang="en-US" sz="600">
                          <a:effectLst/>
                        </a:rPr>
                        <a:t>2.0683</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rtl="0" fontAlgn="b"/>
                      <a:r>
                        <a:rPr lang="en-US" sz="600">
                          <a:effectLst/>
                        </a:rPr>
                        <a:t>4.288087813</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04988867"/>
                  </a:ext>
                </a:extLst>
              </a:tr>
              <a:tr h="109191">
                <a:tc>
                  <a:txBody>
                    <a:bodyPr/>
                    <a:lstStyle/>
                    <a:p>
                      <a:pPr algn="r" rtl="0" fontAlgn="b"/>
                      <a:r>
                        <a:rPr lang="en-US" sz="600">
                          <a:effectLst/>
                        </a:rPr>
                        <a:t>14</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fontAlgn="b"/>
                      <a:r>
                        <a:rPr lang="en-US" sz="600">
                          <a:effectLst/>
                        </a:rPr>
                        <a:t>1</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fontAlgn="b"/>
                      <a:r>
                        <a:rPr lang="en-US" sz="600" dirty="0">
                          <a:effectLst/>
                        </a:rPr>
                        <a:t>FI&gt;FO</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fontAlgn="b"/>
                      <a:r>
                        <a:rPr lang="en-US" sz="600">
                          <a:effectLst/>
                        </a:rPr>
                        <a:t>Y</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fontAlgn="b"/>
                      <a:r>
                        <a:rPr lang="en-US" sz="600">
                          <a:effectLst/>
                        </a:rPr>
                        <a:t>0.7824</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rtl="0" fontAlgn="b"/>
                      <a:r>
                        <a:rPr lang="en-US" sz="600">
                          <a:effectLst/>
                        </a:rPr>
                        <a:t>4.26724979</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37227989"/>
                  </a:ext>
                </a:extLst>
              </a:tr>
              <a:tr h="218384">
                <a:tc>
                  <a:txBody>
                    <a:bodyPr/>
                    <a:lstStyle/>
                    <a:p>
                      <a:pPr algn="r" rtl="0" fontAlgn="b"/>
                      <a:r>
                        <a:rPr lang="en-US" sz="600">
                          <a:effectLst/>
                        </a:rPr>
                        <a:t>15</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fontAlgn="b"/>
                      <a:r>
                        <a:rPr lang="en-US" sz="600">
                          <a:effectLst/>
                        </a:rPr>
                        <a:t>0</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fontAlgn="b"/>
                      <a:r>
                        <a:rPr lang="en-US" sz="600" dirty="0">
                          <a:effectLst/>
                        </a:rPr>
                        <a:t>No replacement</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fontAlgn="b"/>
                      <a:r>
                        <a:rPr lang="en-US" sz="600" dirty="0">
                          <a:effectLst/>
                        </a:rPr>
                        <a:t>N</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fontAlgn="b"/>
                      <a:r>
                        <a:rPr lang="en-US" sz="600">
                          <a:effectLst/>
                        </a:rPr>
                        <a:t>0.8256</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rtl="0" fontAlgn="b"/>
                      <a:r>
                        <a:rPr lang="en-US" sz="600">
                          <a:effectLst/>
                        </a:rPr>
                        <a:t>4.339058348</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12140171"/>
                  </a:ext>
                </a:extLst>
              </a:tr>
              <a:tr h="218384">
                <a:tc>
                  <a:txBody>
                    <a:bodyPr/>
                    <a:lstStyle/>
                    <a:p>
                      <a:pPr algn="r" rtl="0" fontAlgn="b"/>
                      <a:r>
                        <a:rPr lang="en-US" sz="600">
                          <a:effectLst/>
                        </a:rPr>
                        <a:t>16</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fontAlgn="b"/>
                      <a:r>
                        <a:rPr lang="en-US" sz="600" dirty="0">
                          <a:effectLst/>
                        </a:rPr>
                        <a:t>0</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fontAlgn="b"/>
                      <a:r>
                        <a:rPr lang="en-US" sz="600" dirty="0">
                          <a:effectLst/>
                        </a:rPr>
                        <a:t>No replacement</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fontAlgn="b"/>
                      <a:r>
                        <a:rPr lang="en-US" sz="600">
                          <a:effectLst/>
                        </a:rPr>
                        <a:t>N</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fontAlgn="b"/>
                      <a:r>
                        <a:rPr lang="en-US" sz="600">
                          <a:effectLst/>
                        </a:rPr>
                        <a:t>1.7516</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rtl="0" fontAlgn="b"/>
                      <a:r>
                        <a:rPr lang="en-US" sz="600" dirty="0">
                          <a:effectLst/>
                        </a:rPr>
                        <a:t>4.324662485</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326850046"/>
                  </a:ext>
                </a:extLst>
              </a:tr>
              <a:tr h="218384">
                <a:tc>
                  <a:txBody>
                    <a:bodyPr/>
                    <a:lstStyle/>
                    <a:p>
                      <a:pPr algn="r" rtl="0" fontAlgn="b"/>
                      <a:r>
                        <a:rPr lang="en-US" sz="600">
                          <a:effectLst/>
                        </a:rPr>
                        <a:t>17</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fontAlgn="b"/>
                      <a:r>
                        <a:rPr lang="en-US" sz="600">
                          <a:effectLst/>
                        </a:rPr>
                        <a:t>0</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fontAlgn="b"/>
                      <a:r>
                        <a:rPr lang="en-US" sz="600">
                          <a:effectLst/>
                        </a:rPr>
                        <a:t>No replacement</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fontAlgn="b"/>
                      <a:r>
                        <a:rPr lang="en-US" sz="600">
                          <a:effectLst/>
                        </a:rPr>
                        <a:t>N</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fontAlgn="b"/>
                      <a:r>
                        <a:rPr lang="en-US" sz="600">
                          <a:effectLst/>
                        </a:rPr>
                        <a:t>1.1665</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rtl="0" fontAlgn="b"/>
                      <a:r>
                        <a:rPr lang="en-US" sz="600">
                          <a:effectLst/>
                        </a:rPr>
                        <a:t>4.278001162</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496304165"/>
                  </a:ext>
                </a:extLst>
              </a:tr>
              <a:tr h="218384">
                <a:tc>
                  <a:txBody>
                    <a:bodyPr/>
                    <a:lstStyle/>
                    <a:p>
                      <a:pPr algn="r" rtl="0" fontAlgn="b"/>
                      <a:r>
                        <a:rPr lang="en-US" sz="600">
                          <a:effectLst/>
                        </a:rPr>
                        <a:t>18</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fontAlgn="b"/>
                      <a:r>
                        <a:rPr lang="en-US" sz="600">
                          <a:effectLst/>
                        </a:rPr>
                        <a:t>0</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fontAlgn="b"/>
                      <a:r>
                        <a:rPr lang="en-US" sz="600">
                          <a:effectLst/>
                        </a:rPr>
                        <a:t>No replacement</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fontAlgn="b"/>
                      <a:r>
                        <a:rPr lang="en-US" sz="600">
                          <a:effectLst/>
                        </a:rPr>
                        <a:t>N</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fontAlgn="b"/>
                      <a:r>
                        <a:rPr lang="en-US" sz="600">
                          <a:effectLst/>
                        </a:rPr>
                        <a:t>1.5880</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rtl="0" fontAlgn="b"/>
                      <a:r>
                        <a:rPr lang="en-US" sz="600">
                          <a:effectLst/>
                        </a:rPr>
                        <a:t>4.39906671</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90447646"/>
                  </a:ext>
                </a:extLst>
              </a:tr>
              <a:tr h="218384">
                <a:tc>
                  <a:txBody>
                    <a:bodyPr/>
                    <a:lstStyle/>
                    <a:p>
                      <a:pPr algn="r" rtl="0" fontAlgn="b"/>
                      <a:r>
                        <a:rPr lang="en-US" sz="600">
                          <a:effectLst/>
                        </a:rPr>
                        <a:t>19</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fontAlgn="b"/>
                      <a:r>
                        <a:rPr lang="en-US" sz="600">
                          <a:effectLst/>
                        </a:rPr>
                        <a:t>0</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fontAlgn="b"/>
                      <a:r>
                        <a:rPr lang="en-US" sz="600">
                          <a:effectLst/>
                        </a:rPr>
                        <a:t>No replacement</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fontAlgn="b"/>
                      <a:r>
                        <a:rPr lang="en-US" sz="600">
                          <a:effectLst/>
                        </a:rPr>
                        <a:t>N</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fontAlgn="b"/>
                      <a:r>
                        <a:rPr lang="en-US" sz="600">
                          <a:effectLst/>
                        </a:rPr>
                        <a:t>0.9512</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rtl="0" fontAlgn="b"/>
                      <a:r>
                        <a:rPr lang="en-US" sz="600">
                          <a:effectLst/>
                        </a:rPr>
                        <a:t>4.227464945</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47927220"/>
                  </a:ext>
                </a:extLst>
              </a:tr>
              <a:tr h="109191">
                <a:tc>
                  <a:txBody>
                    <a:bodyPr/>
                    <a:lstStyle/>
                    <a:p>
                      <a:pPr algn="r" rtl="0" fontAlgn="b"/>
                      <a:r>
                        <a:rPr lang="en-US" sz="600">
                          <a:effectLst/>
                        </a:rPr>
                        <a:t>20</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fontAlgn="b"/>
                      <a:r>
                        <a:rPr lang="en-US" sz="600">
                          <a:effectLst/>
                        </a:rPr>
                        <a:t>1</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fontAlgn="b"/>
                      <a:r>
                        <a:rPr lang="en-US" sz="600">
                          <a:effectLst/>
                        </a:rPr>
                        <a:t>FO&gt;FO</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fontAlgn="b"/>
                      <a:r>
                        <a:rPr lang="en-US" sz="600">
                          <a:effectLst/>
                        </a:rPr>
                        <a:t>N</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fontAlgn="b"/>
                      <a:r>
                        <a:rPr lang="en-US" sz="600">
                          <a:effectLst/>
                        </a:rPr>
                        <a:t>0.6595</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rtl="0" fontAlgn="b"/>
                      <a:r>
                        <a:rPr lang="en-US" sz="600" dirty="0">
                          <a:effectLst/>
                        </a:rPr>
                        <a:t>4.332804153</a:t>
                      </a:r>
                    </a:p>
                  </a:txBody>
                  <a:tcPr marL="14165" marR="14165"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61789958"/>
                  </a:ext>
                </a:extLst>
              </a:tr>
            </a:tbl>
          </a:graphicData>
        </a:graphic>
      </p:graphicFrame>
      <p:sp>
        <p:nvSpPr>
          <p:cNvPr id="8" name="TextBox 7">
            <a:extLst>
              <a:ext uri="{FF2B5EF4-FFF2-40B4-BE49-F238E27FC236}">
                <a16:creationId xmlns:a16="http://schemas.microsoft.com/office/drawing/2014/main" id="{0E528A08-4765-0817-6205-EA406605B6BF}"/>
              </a:ext>
            </a:extLst>
          </p:cNvPr>
          <p:cNvSpPr txBox="1"/>
          <p:nvPr/>
        </p:nvSpPr>
        <p:spPr>
          <a:xfrm>
            <a:off x="3286294" y="4766634"/>
            <a:ext cx="4506514" cy="1938992"/>
          </a:xfrm>
          <a:prstGeom prst="rect">
            <a:avLst/>
          </a:prstGeom>
          <a:noFill/>
        </p:spPr>
        <p:txBody>
          <a:bodyPr wrap="square">
            <a:spAutoFit/>
          </a:bodyPr>
          <a:lstStyle/>
          <a:p>
            <a:r>
              <a:rPr lang="en-US" sz="1200" dirty="0"/>
              <a:t>["system time", "message"," device time","leftGazePointDisplay","leftGazePointDisplay","leftGazePointCoords","leftGazePointCoords","leftGazePointCoords","leftGazeOriginDisplay","leftGazeOriginDisplay","leftGazeOriginDisplay","leftGazeOriginCoords","leftGazeOriginCoords","leftGazeOriginCoords","leftPupilDiameter","rightGazePointDisplay","rightGazePointDisplay","rightGazePointCoords","rightGazePointCoords","rightGazePointCoords","rightGazeOriginDisplay","rightGazeOriginDisplay","rightGazeOriginDisplay","rightGazeOriginCoords","rightGazeOriginCoords","rightGazeOriginCoords","rightPupilDiameter"]</a:t>
            </a:r>
          </a:p>
        </p:txBody>
      </p:sp>
      <p:pic>
        <p:nvPicPr>
          <p:cNvPr id="10" name="Picture 9">
            <a:extLst>
              <a:ext uri="{FF2B5EF4-FFF2-40B4-BE49-F238E27FC236}">
                <a16:creationId xmlns:a16="http://schemas.microsoft.com/office/drawing/2014/main" id="{866969D2-ECCE-48DE-F5E6-DC03BD754283}"/>
              </a:ext>
            </a:extLst>
          </p:cNvPr>
          <p:cNvPicPr>
            <a:picLocks noChangeAspect="1"/>
          </p:cNvPicPr>
          <p:nvPr/>
        </p:nvPicPr>
        <p:blipFill>
          <a:blip r:embed="rId4"/>
          <a:stretch>
            <a:fillRect/>
          </a:stretch>
        </p:blipFill>
        <p:spPr>
          <a:xfrm>
            <a:off x="3368989" y="2334148"/>
            <a:ext cx="4341125" cy="2189703"/>
          </a:xfrm>
          <a:prstGeom prst="rect">
            <a:avLst/>
          </a:prstGeom>
        </p:spPr>
      </p:pic>
      <p:sp>
        <p:nvSpPr>
          <p:cNvPr id="11" name="TextBox 10">
            <a:extLst>
              <a:ext uri="{FF2B5EF4-FFF2-40B4-BE49-F238E27FC236}">
                <a16:creationId xmlns:a16="http://schemas.microsoft.com/office/drawing/2014/main" id="{B2FC506B-EB39-D17D-C662-5D69CAA9EDA7}"/>
              </a:ext>
            </a:extLst>
          </p:cNvPr>
          <p:cNvSpPr txBox="1"/>
          <p:nvPr/>
        </p:nvSpPr>
        <p:spPr>
          <a:xfrm>
            <a:off x="866393" y="957759"/>
            <a:ext cx="1934697" cy="369332"/>
          </a:xfrm>
          <a:prstGeom prst="rect">
            <a:avLst/>
          </a:prstGeom>
          <a:noFill/>
        </p:spPr>
        <p:txBody>
          <a:bodyPr wrap="none" rtlCol="0">
            <a:spAutoFit/>
          </a:bodyPr>
          <a:lstStyle/>
          <a:p>
            <a:r>
              <a:rPr lang="en-US" dirty="0"/>
              <a:t>.mat files(300MB)</a:t>
            </a:r>
          </a:p>
        </p:txBody>
      </p:sp>
      <p:sp>
        <p:nvSpPr>
          <p:cNvPr id="14" name="Right Arrow 13">
            <a:extLst>
              <a:ext uri="{FF2B5EF4-FFF2-40B4-BE49-F238E27FC236}">
                <a16:creationId xmlns:a16="http://schemas.microsoft.com/office/drawing/2014/main" id="{5B60E584-CE13-72EB-0B5F-A3DB0AA38053}"/>
              </a:ext>
            </a:extLst>
          </p:cNvPr>
          <p:cNvSpPr/>
          <p:nvPr/>
        </p:nvSpPr>
        <p:spPr>
          <a:xfrm>
            <a:off x="2197290" y="3534848"/>
            <a:ext cx="723331" cy="4571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ight Arrow 15">
            <a:extLst>
              <a:ext uri="{FF2B5EF4-FFF2-40B4-BE49-F238E27FC236}">
                <a16:creationId xmlns:a16="http://schemas.microsoft.com/office/drawing/2014/main" id="{9542D3B9-3B34-1780-FB36-F7D4C1BE07E8}"/>
              </a:ext>
            </a:extLst>
          </p:cNvPr>
          <p:cNvSpPr/>
          <p:nvPr/>
        </p:nvSpPr>
        <p:spPr>
          <a:xfrm>
            <a:off x="7904897" y="3428999"/>
            <a:ext cx="723331" cy="4571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2525E500-DF37-D0A7-F1D6-4F75E33CA354}"/>
              </a:ext>
            </a:extLst>
          </p:cNvPr>
          <p:cNvSpPr txBox="1"/>
          <p:nvPr/>
        </p:nvSpPr>
        <p:spPr>
          <a:xfrm>
            <a:off x="9163491" y="952776"/>
            <a:ext cx="2682401" cy="369332"/>
          </a:xfrm>
          <a:prstGeom prst="rect">
            <a:avLst/>
          </a:prstGeom>
          <a:noFill/>
        </p:spPr>
        <p:txBody>
          <a:bodyPr wrap="none" rtlCol="0">
            <a:spAutoFit/>
          </a:bodyPr>
          <a:lstStyle/>
          <a:p>
            <a:r>
              <a:rPr lang="en-US" dirty="0"/>
              <a:t>Processed excel file(7KB)</a:t>
            </a:r>
          </a:p>
        </p:txBody>
      </p:sp>
      <p:sp>
        <p:nvSpPr>
          <p:cNvPr id="18" name="TextBox 17">
            <a:extLst>
              <a:ext uri="{FF2B5EF4-FFF2-40B4-BE49-F238E27FC236}">
                <a16:creationId xmlns:a16="http://schemas.microsoft.com/office/drawing/2014/main" id="{B35A08DB-F5C3-60F7-FD77-3CDF0B18BEFD}"/>
              </a:ext>
            </a:extLst>
          </p:cNvPr>
          <p:cNvSpPr txBox="1"/>
          <p:nvPr/>
        </p:nvSpPr>
        <p:spPr>
          <a:xfrm>
            <a:off x="4979708" y="952776"/>
            <a:ext cx="1794081" cy="369332"/>
          </a:xfrm>
          <a:prstGeom prst="rect">
            <a:avLst/>
          </a:prstGeom>
          <a:noFill/>
        </p:spPr>
        <p:txBody>
          <a:bodyPr wrap="none" rtlCol="0">
            <a:spAutoFit/>
          </a:bodyPr>
          <a:lstStyle/>
          <a:p>
            <a:r>
              <a:rPr lang="en-US" dirty="0"/>
              <a:t>.xlsx files(50MB)</a:t>
            </a:r>
          </a:p>
        </p:txBody>
      </p:sp>
    </p:spTree>
    <p:extLst>
      <p:ext uri="{BB962C8B-B14F-4D97-AF65-F5344CB8AC3E}">
        <p14:creationId xmlns:p14="http://schemas.microsoft.com/office/powerpoint/2010/main" val="39435640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BE4D7"/>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C6FC42E6-6C25-4922-95D2-B97B1E1235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0295F874-A8A5-4A14-8CFC-828968DE64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754" y="0"/>
            <a:ext cx="4731782" cy="6858000"/>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988A9DB6-FDBC-9FC7-EBB9-F8ACC3B2515D}"/>
              </a:ext>
            </a:extLst>
          </p:cNvPr>
          <p:cNvSpPr txBox="1"/>
          <p:nvPr/>
        </p:nvSpPr>
        <p:spPr>
          <a:xfrm>
            <a:off x="-18755" y="871442"/>
            <a:ext cx="4153213" cy="3172364"/>
          </a:xfrm>
          <a:prstGeom prst="rect">
            <a:avLst/>
          </a:prstGeom>
        </p:spPr>
        <p:txBody>
          <a:bodyPr vert="horz" lIns="91440" tIns="45720" rIns="91440" bIns="45720" rtlCol="0" anchor="b">
            <a:normAutofit/>
          </a:bodyPr>
          <a:lstStyle/>
          <a:p>
            <a:pPr algn="ctr">
              <a:lnSpc>
                <a:spcPct val="90000"/>
              </a:lnSpc>
              <a:spcBef>
                <a:spcPct val="0"/>
              </a:spcBef>
              <a:spcAft>
                <a:spcPts val="600"/>
              </a:spcAft>
            </a:pPr>
            <a:r>
              <a:rPr lang="en-US" sz="2000" kern="1200" dirty="0">
                <a:solidFill>
                  <a:srgbClr val="595959"/>
                </a:solidFill>
                <a:latin typeface="+mj-lt"/>
                <a:ea typeface="+mj-ea"/>
                <a:cs typeface="+mj-cs"/>
              </a:rPr>
              <a:t>Processing eye-tracker data </a:t>
            </a:r>
          </a:p>
          <a:p>
            <a:pPr algn="ctr">
              <a:lnSpc>
                <a:spcPct val="90000"/>
              </a:lnSpc>
              <a:spcBef>
                <a:spcPct val="0"/>
              </a:spcBef>
              <a:spcAft>
                <a:spcPts val="600"/>
              </a:spcAft>
            </a:pPr>
            <a:r>
              <a:rPr lang="en-US" sz="2000" kern="1200" dirty="0">
                <a:solidFill>
                  <a:srgbClr val="595959"/>
                </a:solidFill>
                <a:latin typeface="+mj-lt"/>
                <a:ea typeface="+mj-ea"/>
                <a:cs typeface="+mj-cs"/>
              </a:rPr>
              <a:t>in excel using Python</a:t>
            </a:r>
          </a:p>
        </p:txBody>
      </p:sp>
      <p:pic>
        <p:nvPicPr>
          <p:cNvPr id="8" name="Picture 7">
            <a:extLst>
              <a:ext uri="{FF2B5EF4-FFF2-40B4-BE49-F238E27FC236}">
                <a16:creationId xmlns:a16="http://schemas.microsoft.com/office/drawing/2014/main" id="{A270394E-2B1A-40A1-812B-A27A30BEB0EC}"/>
              </a:ext>
            </a:extLst>
          </p:cNvPr>
          <p:cNvPicPr>
            <a:picLocks noChangeAspect="1"/>
          </p:cNvPicPr>
          <p:nvPr/>
        </p:nvPicPr>
        <p:blipFill>
          <a:blip r:embed="rId2"/>
          <a:stretch>
            <a:fillRect/>
          </a:stretch>
        </p:blipFill>
        <p:spPr>
          <a:xfrm>
            <a:off x="4134459" y="208128"/>
            <a:ext cx="7784586" cy="6441743"/>
          </a:xfrm>
          <a:prstGeom prst="rect">
            <a:avLst/>
          </a:prstGeom>
        </p:spPr>
      </p:pic>
    </p:spTree>
    <p:extLst>
      <p:ext uri="{BB962C8B-B14F-4D97-AF65-F5344CB8AC3E}">
        <p14:creationId xmlns:p14="http://schemas.microsoft.com/office/powerpoint/2010/main" val="21640355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9FA50F4-BDD5-F741-0746-24BFB1C84156}"/>
              </a:ext>
            </a:extLst>
          </p:cNvPr>
          <p:cNvPicPr>
            <a:picLocks noChangeAspect="1"/>
          </p:cNvPicPr>
          <p:nvPr/>
        </p:nvPicPr>
        <p:blipFill>
          <a:blip r:embed="rId2"/>
          <a:stretch>
            <a:fillRect/>
          </a:stretch>
        </p:blipFill>
        <p:spPr>
          <a:xfrm>
            <a:off x="724458" y="1221008"/>
            <a:ext cx="5214590" cy="5532723"/>
          </a:xfrm>
          <a:prstGeom prst="rect">
            <a:avLst/>
          </a:prstGeom>
        </p:spPr>
      </p:pic>
      <p:pic>
        <p:nvPicPr>
          <p:cNvPr id="5" name="image10.png">
            <a:extLst>
              <a:ext uri="{FF2B5EF4-FFF2-40B4-BE49-F238E27FC236}">
                <a16:creationId xmlns:a16="http://schemas.microsoft.com/office/drawing/2014/main" id="{825B9852-F8A3-C942-7AF7-FF31DFC0E5C7}"/>
              </a:ext>
            </a:extLst>
          </p:cNvPr>
          <p:cNvPicPr/>
          <p:nvPr/>
        </p:nvPicPr>
        <p:blipFill>
          <a:blip r:embed="rId3"/>
          <a:srcRect t="6500"/>
          <a:stretch>
            <a:fillRect/>
          </a:stretch>
        </p:blipFill>
        <p:spPr>
          <a:xfrm>
            <a:off x="6741994" y="1903397"/>
            <a:ext cx="4725548" cy="2313761"/>
          </a:xfrm>
          <a:prstGeom prst="rect">
            <a:avLst/>
          </a:prstGeom>
        </p:spPr>
      </p:pic>
      <p:pic>
        <p:nvPicPr>
          <p:cNvPr id="6" name="image6.png">
            <a:extLst>
              <a:ext uri="{FF2B5EF4-FFF2-40B4-BE49-F238E27FC236}">
                <a16:creationId xmlns:a16="http://schemas.microsoft.com/office/drawing/2014/main" id="{9E63195F-9670-6A16-90A7-2B2F178339F4}"/>
              </a:ext>
            </a:extLst>
          </p:cNvPr>
          <p:cNvPicPr/>
          <p:nvPr/>
        </p:nvPicPr>
        <p:blipFill rotWithShape="1">
          <a:blip r:embed="rId4"/>
          <a:srcRect t="2105" r="4602" b="8213"/>
          <a:stretch/>
        </p:blipFill>
        <p:spPr bwMode="auto">
          <a:xfrm>
            <a:off x="6799997" y="4322462"/>
            <a:ext cx="4609542" cy="2313760"/>
          </a:xfrm>
          <a:prstGeom prst="rect">
            <a:avLst/>
          </a:prstGeom>
          <a:extLst>
            <a:ext uri="{53640926-AAD7-44D8-BBD7-CCE9431645EC}">
              <a14:shadowObscured xmlns:a14="http://schemas.microsoft.com/office/drawing/2010/main"/>
            </a:ext>
          </a:extLst>
        </p:spPr>
      </p:pic>
      <p:sp>
        <p:nvSpPr>
          <p:cNvPr id="7" name="Title 1">
            <a:extLst>
              <a:ext uri="{FF2B5EF4-FFF2-40B4-BE49-F238E27FC236}">
                <a16:creationId xmlns:a16="http://schemas.microsoft.com/office/drawing/2014/main" id="{04F6F6B4-D2B9-BA01-EAAA-D15FE6BC71AA}"/>
              </a:ext>
            </a:extLst>
          </p:cNvPr>
          <p:cNvSpPr>
            <a:spLocks noGrp="1"/>
          </p:cNvSpPr>
          <p:nvPr>
            <p:ph type="title"/>
          </p:nvPr>
        </p:nvSpPr>
        <p:spPr>
          <a:xfrm>
            <a:off x="331864" y="340250"/>
            <a:ext cx="4056530" cy="1106424"/>
          </a:xfrm>
        </p:spPr>
        <p:txBody>
          <a:bodyPr vert="horz" lIns="91440" tIns="45720" rIns="91440" bIns="45720" rtlCol="0">
            <a:normAutofit/>
          </a:bodyPr>
          <a:lstStyle/>
          <a:p>
            <a:r>
              <a:rPr lang="en-US" sz="2800" dirty="0"/>
              <a:t>Results and Analysis</a:t>
            </a:r>
          </a:p>
        </p:txBody>
      </p:sp>
      <p:sp>
        <p:nvSpPr>
          <p:cNvPr id="8" name="Content Placeholder 2">
            <a:extLst>
              <a:ext uri="{FF2B5EF4-FFF2-40B4-BE49-F238E27FC236}">
                <a16:creationId xmlns:a16="http://schemas.microsoft.com/office/drawing/2014/main" id="{725F5E60-E039-4D86-A8D0-E93DC8182C43}"/>
              </a:ext>
            </a:extLst>
          </p:cNvPr>
          <p:cNvSpPr>
            <a:spLocks noGrp="1"/>
          </p:cNvSpPr>
          <p:nvPr>
            <p:ph idx="1"/>
          </p:nvPr>
        </p:nvSpPr>
        <p:spPr>
          <a:xfrm>
            <a:off x="7885495" y="1345777"/>
            <a:ext cx="2555043" cy="452316"/>
          </a:xfrm>
        </p:spPr>
        <p:txBody>
          <a:bodyPr vert="horz" lIns="91440" tIns="45720" rIns="91440" bIns="45720" rtlCol="0">
            <a:normAutofit/>
          </a:bodyPr>
          <a:lstStyle/>
          <a:p>
            <a:pPr marL="0" indent="0">
              <a:buNone/>
            </a:pPr>
            <a:r>
              <a:rPr lang="en-US" sz="1800" dirty="0"/>
              <a:t>Pupil Dilation Patterns</a:t>
            </a:r>
          </a:p>
        </p:txBody>
      </p:sp>
    </p:spTree>
    <p:extLst>
      <p:ext uri="{BB962C8B-B14F-4D97-AF65-F5344CB8AC3E}">
        <p14:creationId xmlns:p14="http://schemas.microsoft.com/office/powerpoint/2010/main" val="12425499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5DB3719-6FDC-4E5D-891D-FF40B7300F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Content Placeholder 2">
            <a:extLst>
              <a:ext uri="{FF2B5EF4-FFF2-40B4-BE49-F238E27FC236}">
                <a16:creationId xmlns:a16="http://schemas.microsoft.com/office/drawing/2014/main" id="{F043FA35-2F2C-D0BB-C5A0-281863F75E9F}"/>
              </a:ext>
            </a:extLst>
          </p:cNvPr>
          <p:cNvSpPr txBox="1">
            <a:spLocks/>
          </p:cNvSpPr>
          <p:nvPr/>
        </p:nvSpPr>
        <p:spPr>
          <a:xfrm>
            <a:off x="838200" y="365125"/>
            <a:ext cx="10515600" cy="1325563"/>
          </a:xfrm>
          <a:prstGeom prst="rect">
            <a:avLst/>
          </a:prstGeom>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ct val="0"/>
              </a:spcBef>
              <a:spcAft>
                <a:spcPts val="600"/>
              </a:spcAft>
              <a:buNone/>
            </a:pPr>
            <a:r>
              <a:rPr lang="en-US" sz="5400" kern="1200">
                <a:solidFill>
                  <a:schemeClr val="tx1"/>
                </a:solidFill>
                <a:latin typeface="+mj-lt"/>
                <a:ea typeface="+mj-ea"/>
                <a:cs typeface="+mj-cs"/>
              </a:rPr>
              <a:t>T-Tests</a:t>
            </a:r>
          </a:p>
        </p:txBody>
      </p:sp>
      <p:sp>
        <p:nvSpPr>
          <p:cNvPr id="12" name="sketch line">
            <a:extLst>
              <a:ext uri="{FF2B5EF4-FFF2-40B4-BE49-F238E27FC236}">
                <a16:creationId xmlns:a16="http://schemas.microsoft.com/office/drawing/2014/main" id="{E0CBAC23-2E3F-4A90-BA59-F8299F6A54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1865313"/>
            <a:ext cx="10424160" cy="18288"/>
          </a:xfrm>
          <a:custGeom>
            <a:avLst/>
            <a:gdLst>
              <a:gd name="connsiteX0" fmla="*/ 0 w 10424160"/>
              <a:gd name="connsiteY0" fmla="*/ 0 h 18288"/>
              <a:gd name="connsiteX1" fmla="*/ 903427 w 10424160"/>
              <a:gd name="connsiteY1" fmla="*/ 0 h 18288"/>
              <a:gd name="connsiteX2" fmla="*/ 1389888 w 10424160"/>
              <a:gd name="connsiteY2" fmla="*/ 0 h 18288"/>
              <a:gd name="connsiteX3" fmla="*/ 2189074 w 10424160"/>
              <a:gd name="connsiteY3" fmla="*/ 0 h 18288"/>
              <a:gd name="connsiteX4" fmla="*/ 2675534 w 10424160"/>
              <a:gd name="connsiteY4" fmla="*/ 0 h 18288"/>
              <a:gd name="connsiteX5" fmla="*/ 3370478 w 10424160"/>
              <a:gd name="connsiteY5" fmla="*/ 0 h 18288"/>
              <a:gd name="connsiteX6" fmla="*/ 4169664 w 10424160"/>
              <a:gd name="connsiteY6" fmla="*/ 0 h 18288"/>
              <a:gd name="connsiteX7" fmla="*/ 4551883 w 10424160"/>
              <a:gd name="connsiteY7" fmla="*/ 0 h 18288"/>
              <a:gd name="connsiteX8" fmla="*/ 4934102 w 10424160"/>
              <a:gd name="connsiteY8" fmla="*/ 0 h 18288"/>
              <a:gd name="connsiteX9" fmla="*/ 5837530 w 10424160"/>
              <a:gd name="connsiteY9" fmla="*/ 0 h 18288"/>
              <a:gd name="connsiteX10" fmla="*/ 6532474 w 10424160"/>
              <a:gd name="connsiteY10" fmla="*/ 0 h 18288"/>
              <a:gd name="connsiteX11" fmla="*/ 6914693 w 10424160"/>
              <a:gd name="connsiteY11" fmla="*/ 0 h 18288"/>
              <a:gd name="connsiteX12" fmla="*/ 7609637 w 10424160"/>
              <a:gd name="connsiteY12" fmla="*/ 0 h 18288"/>
              <a:gd name="connsiteX13" fmla="*/ 8513064 w 10424160"/>
              <a:gd name="connsiteY13" fmla="*/ 0 h 18288"/>
              <a:gd name="connsiteX14" fmla="*/ 9103766 w 10424160"/>
              <a:gd name="connsiteY14" fmla="*/ 0 h 18288"/>
              <a:gd name="connsiteX15" fmla="*/ 9694469 w 10424160"/>
              <a:gd name="connsiteY15" fmla="*/ 0 h 18288"/>
              <a:gd name="connsiteX16" fmla="*/ 10424160 w 10424160"/>
              <a:gd name="connsiteY16" fmla="*/ 0 h 18288"/>
              <a:gd name="connsiteX17" fmla="*/ 10424160 w 10424160"/>
              <a:gd name="connsiteY17" fmla="*/ 18288 h 18288"/>
              <a:gd name="connsiteX18" fmla="*/ 9729216 w 10424160"/>
              <a:gd name="connsiteY18" fmla="*/ 18288 h 18288"/>
              <a:gd name="connsiteX19" fmla="*/ 8930030 w 10424160"/>
              <a:gd name="connsiteY19" fmla="*/ 18288 h 18288"/>
              <a:gd name="connsiteX20" fmla="*/ 8130845 w 10424160"/>
              <a:gd name="connsiteY20" fmla="*/ 18288 h 18288"/>
              <a:gd name="connsiteX21" fmla="*/ 7644384 w 10424160"/>
              <a:gd name="connsiteY21" fmla="*/ 18288 h 18288"/>
              <a:gd name="connsiteX22" fmla="*/ 6740957 w 10424160"/>
              <a:gd name="connsiteY22" fmla="*/ 18288 h 18288"/>
              <a:gd name="connsiteX23" fmla="*/ 6046013 w 10424160"/>
              <a:gd name="connsiteY23" fmla="*/ 18288 h 18288"/>
              <a:gd name="connsiteX24" fmla="*/ 5663794 w 10424160"/>
              <a:gd name="connsiteY24" fmla="*/ 18288 h 18288"/>
              <a:gd name="connsiteX25" fmla="*/ 4968850 w 10424160"/>
              <a:gd name="connsiteY25" fmla="*/ 18288 h 18288"/>
              <a:gd name="connsiteX26" fmla="*/ 4378147 w 10424160"/>
              <a:gd name="connsiteY26" fmla="*/ 18288 h 18288"/>
              <a:gd name="connsiteX27" fmla="*/ 3787445 w 10424160"/>
              <a:gd name="connsiteY27" fmla="*/ 18288 h 18288"/>
              <a:gd name="connsiteX28" fmla="*/ 3196742 w 10424160"/>
              <a:gd name="connsiteY28" fmla="*/ 18288 h 18288"/>
              <a:gd name="connsiteX29" fmla="*/ 2606040 w 10424160"/>
              <a:gd name="connsiteY29" fmla="*/ 18288 h 18288"/>
              <a:gd name="connsiteX30" fmla="*/ 1806854 w 10424160"/>
              <a:gd name="connsiteY30" fmla="*/ 18288 h 18288"/>
              <a:gd name="connsiteX31" fmla="*/ 1111910 w 10424160"/>
              <a:gd name="connsiteY31" fmla="*/ 18288 h 18288"/>
              <a:gd name="connsiteX32" fmla="*/ 729691 w 10424160"/>
              <a:gd name="connsiteY32" fmla="*/ 18288 h 18288"/>
              <a:gd name="connsiteX33" fmla="*/ 0 w 10424160"/>
              <a:gd name="connsiteY33" fmla="*/ 18288 h 18288"/>
              <a:gd name="connsiteX34" fmla="*/ 0 w 10424160"/>
              <a:gd name="connsiteY34"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424160" h="18288" fill="none" extrusionOk="0">
                <a:moveTo>
                  <a:pt x="0" y="0"/>
                </a:moveTo>
                <a:cubicBezTo>
                  <a:pt x="251416" y="-3874"/>
                  <a:pt x="479411" y="-20508"/>
                  <a:pt x="903427" y="0"/>
                </a:cubicBezTo>
                <a:cubicBezTo>
                  <a:pt x="1327443" y="20508"/>
                  <a:pt x="1177990" y="-7387"/>
                  <a:pt x="1389888" y="0"/>
                </a:cubicBezTo>
                <a:cubicBezTo>
                  <a:pt x="1601786" y="7387"/>
                  <a:pt x="1928602" y="-6697"/>
                  <a:pt x="2189074" y="0"/>
                </a:cubicBezTo>
                <a:cubicBezTo>
                  <a:pt x="2449546" y="6697"/>
                  <a:pt x="2440085" y="-21144"/>
                  <a:pt x="2675534" y="0"/>
                </a:cubicBezTo>
                <a:cubicBezTo>
                  <a:pt x="2910983" y="21144"/>
                  <a:pt x="3026158" y="-11124"/>
                  <a:pt x="3370478" y="0"/>
                </a:cubicBezTo>
                <a:cubicBezTo>
                  <a:pt x="3714798" y="11124"/>
                  <a:pt x="3864539" y="-10660"/>
                  <a:pt x="4169664" y="0"/>
                </a:cubicBezTo>
                <a:cubicBezTo>
                  <a:pt x="4474789" y="10660"/>
                  <a:pt x="4471218" y="16488"/>
                  <a:pt x="4551883" y="0"/>
                </a:cubicBezTo>
                <a:cubicBezTo>
                  <a:pt x="4632548" y="-16488"/>
                  <a:pt x="4786830" y="7986"/>
                  <a:pt x="4934102" y="0"/>
                </a:cubicBezTo>
                <a:cubicBezTo>
                  <a:pt x="5081374" y="-7986"/>
                  <a:pt x="5575881" y="-33003"/>
                  <a:pt x="5837530" y="0"/>
                </a:cubicBezTo>
                <a:cubicBezTo>
                  <a:pt x="6099179" y="33003"/>
                  <a:pt x="6305895" y="14170"/>
                  <a:pt x="6532474" y="0"/>
                </a:cubicBezTo>
                <a:cubicBezTo>
                  <a:pt x="6759053" y="-14170"/>
                  <a:pt x="6726707" y="16121"/>
                  <a:pt x="6914693" y="0"/>
                </a:cubicBezTo>
                <a:cubicBezTo>
                  <a:pt x="7102679" y="-16121"/>
                  <a:pt x="7397857" y="32594"/>
                  <a:pt x="7609637" y="0"/>
                </a:cubicBezTo>
                <a:cubicBezTo>
                  <a:pt x="7821417" y="-32594"/>
                  <a:pt x="8141235" y="-3745"/>
                  <a:pt x="8513064" y="0"/>
                </a:cubicBezTo>
                <a:cubicBezTo>
                  <a:pt x="8884893" y="3745"/>
                  <a:pt x="8877548" y="3359"/>
                  <a:pt x="9103766" y="0"/>
                </a:cubicBezTo>
                <a:cubicBezTo>
                  <a:pt x="9329984" y="-3359"/>
                  <a:pt x="9545570" y="-17843"/>
                  <a:pt x="9694469" y="0"/>
                </a:cubicBezTo>
                <a:cubicBezTo>
                  <a:pt x="9843368" y="17843"/>
                  <a:pt x="10162477" y="-1217"/>
                  <a:pt x="10424160" y="0"/>
                </a:cubicBezTo>
                <a:cubicBezTo>
                  <a:pt x="10424498" y="7640"/>
                  <a:pt x="10423710" y="11289"/>
                  <a:pt x="10424160" y="18288"/>
                </a:cubicBezTo>
                <a:cubicBezTo>
                  <a:pt x="10184680" y="20716"/>
                  <a:pt x="10034768" y="-9357"/>
                  <a:pt x="9729216" y="18288"/>
                </a:cubicBezTo>
                <a:cubicBezTo>
                  <a:pt x="9423664" y="45933"/>
                  <a:pt x="9309220" y="36372"/>
                  <a:pt x="8930030" y="18288"/>
                </a:cubicBezTo>
                <a:cubicBezTo>
                  <a:pt x="8550840" y="204"/>
                  <a:pt x="8513376" y="34707"/>
                  <a:pt x="8130845" y="18288"/>
                </a:cubicBezTo>
                <a:cubicBezTo>
                  <a:pt x="7748315" y="1869"/>
                  <a:pt x="7864674" y="19659"/>
                  <a:pt x="7644384" y="18288"/>
                </a:cubicBezTo>
                <a:cubicBezTo>
                  <a:pt x="7424094" y="16917"/>
                  <a:pt x="6947001" y="55680"/>
                  <a:pt x="6740957" y="18288"/>
                </a:cubicBezTo>
                <a:cubicBezTo>
                  <a:pt x="6534913" y="-19104"/>
                  <a:pt x="6313809" y="33391"/>
                  <a:pt x="6046013" y="18288"/>
                </a:cubicBezTo>
                <a:cubicBezTo>
                  <a:pt x="5778217" y="3185"/>
                  <a:pt x="5786775" y="1439"/>
                  <a:pt x="5663794" y="18288"/>
                </a:cubicBezTo>
                <a:cubicBezTo>
                  <a:pt x="5540813" y="35137"/>
                  <a:pt x="5204724" y="25434"/>
                  <a:pt x="4968850" y="18288"/>
                </a:cubicBezTo>
                <a:cubicBezTo>
                  <a:pt x="4732976" y="11142"/>
                  <a:pt x="4559928" y="34568"/>
                  <a:pt x="4378147" y="18288"/>
                </a:cubicBezTo>
                <a:cubicBezTo>
                  <a:pt x="4196366" y="2008"/>
                  <a:pt x="3992200" y="35409"/>
                  <a:pt x="3787445" y="18288"/>
                </a:cubicBezTo>
                <a:cubicBezTo>
                  <a:pt x="3582690" y="1167"/>
                  <a:pt x="3488876" y="-7583"/>
                  <a:pt x="3196742" y="18288"/>
                </a:cubicBezTo>
                <a:cubicBezTo>
                  <a:pt x="2904608" y="44159"/>
                  <a:pt x="2729828" y="45906"/>
                  <a:pt x="2606040" y="18288"/>
                </a:cubicBezTo>
                <a:cubicBezTo>
                  <a:pt x="2482252" y="-9330"/>
                  <a:pt x="2000672" y="-5498"/>
                  <a:pt x="1806854" y="18288"/>
                </a:cubicBezTo>
                <a:cubicBezTo>
                  <a:pt x="1613036" y="42074"/>
                  <a:pt x="1310933" y="-4240"/>
                  <a:pt x="1111910" y="18288"/>
                </a:cubicBezTo>
                <a:cubicBezTo>
                  <a:pt x="912887" y="40816"/>
                  <a:pt x="891560" y="1701"/>
                  <a:pt x="729691" y="18288"/>
                </a:cubicBezTo>
                <a:cubicBezTo>
                  <a:pt x="567822" y="34875"/>
                  <a:pt x="203025" y="34462"/>
                  <a:pt x="0" y="18288"/>
                </a:cubicBezTo>
                <a:cubicBezTo>
                  <a:pt x="-82" y="11708"/>
                  <a:pt x="-178" y="8956"/>
                  <a:pt x="0" y="0"/>
                </a:cubicBezTo>
                <a:close/>
              </a:path>
              <a:path w="10424160" h="18288" stroke="0" extrusionOk="0">
                <a:moveTo>
                  <a:pt x="0" y="0"/>
                </a:moveTo>
                <a:cubicBezTo>
                  <a:pt x="119910" y="17195"/>
                  <a:pt x="345032" y="1652"/>
                  <a:pt x="590702" y="0"/>
                </a:cubicBezTo>
                <a:cubicBezTo>
                  <a:pt x="836372" y="-1652"/>
                  <a:pt x="830717" y="-10944"/>
                  <a:pt x="972922" y="0"/>
                </a:cubicBezTo>
                <a:cubicBezTo>
                  <a:pt x="1115127" y="10944"/>
                  <a:pt x="1638708" y="17269"/>
                  <a:pt x="1876349" y="0"/>
                </a:cubicBezTo>
                <a:cubicBezTo>
                  <a:pt x="2113990" y="-17269"/>
                  <a:pt x="2263529" y="27642"/>
                  <a:pt x="2467051" y="0"/>
                </a:cubicBezTo>
                <a:cubicBezTo>
                  <a:pt x="2670573" y="-27642"/>
                  <a:pt x="2867743" y="-1552"/>
                  <a:pt x="3057754" y="0"/>
                </a:cubicBezTo>
                <a:cubicBezTo>
                  <a:pt x="3247765" y="1552"/>
                  <a:pt x="3729099" y="45169"/>
                  <a:pt x="3961181" y="0"/>
                </a:cubicBezTo>
                <a:cubicBezTo>
                  <a:pt x="4193263" y="-45169"/>
                  <a:pt x="4313735" y="4067"/>
                  <a:pt x="4447642" y="0"/>
                </a:cubicBezTo>
                <a:cubicBezTo>
                  <a:pt x="4581549" y="-4067"/>
                  <a:pt x="5123626" y="11867"/>
                  <a:pt x="5351069" y="0"/>
                </a:cubicBezTo>
                <a:cubicBezTo>
                  <a:pt x="5578512" y="-11867"/>
                  <a:pt x="6044105" y="-19983"/>
                  <a:pt x="6254496" y="0"/>
                </a:cubicBezTo>
                <a:cubicBezTo>
                  <a:pt x="6464887" y="19983"/>
                  <a:pt x="6664731" y="4232"/>
                  <a:pt x="6949440" y="0"/>
                </a:cubicBezTo>
                <a:cubicBezTo>
                  <a:pt x="7234149" y="-4232"/>
                  <a:pt x="7497205" y="28731"/>
                  <a:pt x="7852867" y="0"/>
                </a:cubicBezTo>
                <a:cubicBezTo>
                  <a:pt x="8208529" y="-28731"/>
                  <a:pt x="8287556" y="2616"/>
                  <a:pt x="8443570" y="0"/>
                </a:cubicBezTo>
                <a:cubicBezTo>
                  <a:pt x="8599584" y="-2616"/>
                  <a:pt x="8871283" y="-14113"/>
                  <a:pt x="9034272" y="0"/>
                </a:cubicBezTo>
                <a:cubicBezTo>
                  <a:pt x="9197261" y="14113"/>
                  <a:pt x="9604978" y="-35623"/>
                  <a:pt x="9833458" y="0"/>
                </a:cubicBezTo>
                <a:cubicBezTo>
                  <a:pt x="10061938" y="35623"/>
                  <a:pt x="10231944" y="-8194"/>
                  <a:pt x="10424160" y="0"/>
                </a:cubicBezTo>
                <a:cubicBezTo>
                  <a:pt x="10424285" y="4395"/>
                  <a:pt x="10424085" y="9776"/>
                  <a:pt x="10424160" y="18288"/>
                </a:cubicBezTo>
                <a:cubicBezTo>
                  <a:pt x="10058736" y="-5772"/>
                  <a:pt x="9942989" y="-18764"/>
                  <a:pt x="9624974" y="18288"/>
                </a:cubicBezTo>
                <a:cubicBezTo>
                  <a:pt x="9306959" y="55340"/>
                  <a:pt x="9229263" y="24995"/>
                  <a:pt x="8930030" y="18288"/>
                </a:cubicBezTo>
                <a:cubicBezTo>
                  <a:pt x="8630797" y="11581"/>
                  <a:pt x="8647263" y="10931"/>
                  <a:pt x="8547811" y="18288"/>
                </a:cubicBezTo>
                <a:cubicBezTo>
                  <a:pt x="8448359" y="25645"/>
                  <a:pt x="8173221" y="219"/>
                  <a:pt x="8061350" y="18288"/>
                </a:cubicBezTo>
                <a:cubicBezTo>
                  <a:pt x="7949479" y="36357"/>
                  <a:pt x="7437002" y="17516"/>
                  <a:pt x="7157923" y="18288"/>
                </a:cubicBezTo>
                <a:cubicBezTo>
                  <a:pt x="6878844" y="19060"/>
                  <a:pt x="6610241" y="8864"/>
                  <a:pt x="6462979" y="18288"/>
                </a:cubicBezTo>
                <a:cubicBezTo>
                  <a:pt x="6315717" y="27712"/>
                  <a:pt x="6124879" y="4989"/>
                  <a:pt x="5976518" y="18288"/>
                </a:cubicBezTo>
                <a:cubicBezTo>
                  <a:pt x="5828157" y="31587"/>
                  <a:pt x="5566880" y="7112"/>
                  <a:pt x="5281574" y="18288"/>
                </a:cubicBezTo>
                <a:cubicBezTo>
                  <a:pt x="4996268" y="29464"/>
                  <a:pt x="5085614" y="20493"/>
                  <a:pt x="4899355" y="18288"/>
                </a:cubicBezTo>
                <a:cubicBezTo>
                  <a:pt x="4713096" y="16083"/>
                  <a:pt x="4606138" y="34359"/>
                  <a:pt x="4517136" y="18288"/>
                </a:cubicBezTo>
                <a:cubicBezTo>
                  <a:pt x="4428134" y="2217"/>
                  <a:pt x="4125335" y="52414"/>
                  <a:pt x="3822192" y="18288"/>
                </a:cubicBezTo>
                <a:cubicBezTo>
                  <a:pt x="3519049" y="-15838"/>
                  <a:pt x="3453132" y="3859"/>
                  <a:pt x="3335731" y="18288"/>
                </a:cubicBezTo>
                <a:cubicBezTo>
                  <a:pt x="3218330" y="32717"/>
                  <a:pt x="2718749" y="-13936"/>
                  <a:pt x="2536546" y="18288"/>
                </a:cubicBezTo>
                <a:cubicBezTo>
                  <a:pt x="2354343" y="50512"/>
                  <a:pt x="2190669" y="3238"/>
                  <a:pt x="2050085" y="18288"/>
                </a:cubicBezTo>
                <a:cubicBezTo>
                  <a:pt x="1909501" y="33338"/>
                  <a:pt x="1520975" y="3062"/>
                  <a:pt x="1250899" y="18288"/>
                </a:cubicBezTo>
                <a:cubicBezTo>
                  <a:pt x="980823" y="33514"/>
                  <a:pt x="992936" y="28036"/>
                  <a:pt x="868680" y="18288"/>
                </a:cubicBezTo>
                <a:cubicBezTo>
                  <a:pt x="744424" y="8540"/>
                  <a:pt x="230364" y="33365"/>
                  <a:pt x="0" y="18288"/>
                </a:cubicBezTo>
                <a:cubicBezTo>
                  <a:pt x="-504" y="12101"/>
                  <a:pt x="-591" y="7719"/>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Content Placeholder 3">
            <a:extLst>
              <a:ext uri="{FF2B5EF4-FFF2-40B4-BE49-F238E27FC236}">
                <a16:creationId xmlns:a16="http://schemas.microsoft.com/office/drawing/2014/main" id="{95E6C365-5733-DDE1-D87E-12AB10CC95BB}"/>
              </a:ext>
            </a:extLst>
          </p:cNvPr>
          <p:cNvGraphicFramePr>
            <a:graphicFrameLocks noGrp="1"/>
          </p:cNvGraphicFramePr>
          <p:nvPr>
            <p:ph idx="1"/>
            <p:extLst>
              <p:ext uri="{D42A27DB-BD31-4B8C-83A1-F6EECF244321}">
                <p14:modId xmlns:p14="http://schemas.microsoft.com/office/powerpoint/2010/main" val="1267415380"/>
              </p:ext>
            </p:extLst>
          </p:nvPr>
        </p:nvGraphicFramePr>
        <p:xfrm>
          <a:off x="1661065" y="2228087"/>
          <a:ext cx="8869872" cy="3948883"/>
        </p:xfrm>
        <a:graphic>
          <a:graphicData uri="http://schemas.openxmlformats.org/drawingml/2006/table">
            <a:tbl>
              <a:tblPr firstRow="1" bandRow="1">
                <a:tableStyleId>{073A0DAA-6AF3-43AB-8588-CEC1D06C72B9}</a:tableStyleId>
              </a:tblPr>
              <a:tblGrid>
                <a:gridCol w="2135896">
                  <a:extLst>
                    <a:ext uri="{9D8B030D-6E8A-4147-A177-3AD203B41FA5}">
                      <a16:colId xmlns:a16="http://schemas.microsoft.com/office/drawing/2014/main" val="2775790762"/>
                    </a:ext>
                  </a:extLst>
                </a:gridCol>
                <a:gridCol w="1334157">
                  <a:extLst>
                    <a:ext uri="{9D8B030D-6E8A-4147-A177-3AD203B41FA5}">
                      <a16:colId xmlns:a16="http://schemas.microsoft.com/office/drawing/2014/main" val="79496708"/>
                    </a:ext>
                  </a:extLst>
                </a:gridCol>
                <a:gridCol w="1334157">
                  <a:extLst>
                    <a:ext uri="{9D8B030D-6E8A-4147-A177-3AD203B41FA5}">
                      <a16:colId xmlns:a16="http://schemas.microsoft.com/office/drawing/2014/main" val="2063074033"/>
                    </a:ext>
                  </a:extLst>
                </a:gridCol>
                <a:gridCol w="701253">
                  <a:extLst>
                    <a:ext uri="{9D8B030D-6E8A-4147-A177-3AD203B41FA5}">
                      <a16:colId xmlns:a16="http://schemas.microsoft.com/office/drawing/2014/main" val="2942467880"/>
                    </a:ext>
                  </a:extLst>
                </a:gridCol>
                <a:gridCol w="3364409">
                  <a:extLst>
                    <a:ext uri="{9D8B030D-6E8A-4147-A177-3AD203B41FA5}">
                      <a16:colId xmlns:a16="http://schemas.microsoft.com/office/drawing/2014/main" val="1447102813"/>
                    </a:ext>
                  </a:extLst>
                </a:gridCol>
              </a:tblGrid>
              <a:tr h="347731">
                <a:tc>
                  <a:txBody>
                    <a:bodyPr/>
                    <a:lstStyle/>
                    <a:p>
                      <a:pPr marL="0" marR="0">
                        <a:lnSpc>
                          <a:spcPct val="200000"/>
                        </a:lnSpc>
                        <a:spcBef>
                          <a:spcPts val="0"/>
                        </a:spcBef>
                        <a:spcAft>
                          <a:spcPts val="0"/>
                        </a:spcAft>
                      </a:pPr>
                      <a:r>
                        <a:rPr lang="en-US" sz="1000">
                          <a:effectLst/>
                        </a:rPr>
                        <a:t>Replacement Condition</a:t>
                      </a:r>
                      <a:endParaRPr lang="en-US" sz="1200">
                        <a:effectLst/>
                        <a:latin typeface="+mn-lt"/>
                        <a:ea typeface="Times New Roman" panose="02020603050405020304" pitchFamily="18" charset="0"/>
                      </a:endParaRPr>
                    </a:p>
                  </a:txBody>
                  <a:tcPr marL="24451" marR="24451" marT="24451" marB="24451" anchor="b"/>
                </a:tc>
                <a:tc>
                  <a:txBody>
                    <a:bodyPr/>
                    <a:lstStyle/>
                    <a:p>
                      <a:pPr marL="0" marR="0">
                        <a:lnSpc>
                          <a:spcPct val="200000"/>
                        </a:lnSpc>
                        <a:spcBef>
                          <a:spcPts val="0"/>
                        </a:spcBef>
                        <a:spcAft>
                          <a:spcPts val="0"/>
                        </a:spcAft>
                      </a:pPr>
                      <a:r>
                        <a:rPr lang="en-US" sz="1000">
                          <a:effectLst/>
                        </a:rPr>
                        <a:t>P-value</a:t>
                      </a:r>
                      <a:endParaRPr lang="en-US" sz="1200">
                        <a:effectLst/>
                        <a:latin typeface="+mn-lt"/>
                        <a:ea typeface="Times New Roman" panose="02020603050405020304" pitchFamily="18" charset="0"/>
                      </a:endParaRPr>
                    </a:p>
                  </a:txBody>
                  <a:tcPr marL="24451" marR="24451" marT="24451" marB="24451" anchor="b"/>
                </a:tc>
                <a:tc>
                  <a:txBody>
                    <a:bodyPr/>
                    <a:lstStyle/>
                    <a:p>
                      <a:pPr marL="0" marR="0">
                        <a:lnSpc>
                          <a:spcPct val="200000"/>
                        </a:lnSpc>
                        <a:spcBef>
                          <a:spcPts val="0"/>
                        </a:spcBef>
                        <a:spcAft>
                          <a:spcPts val="0"/>
                        </a:spcAft>
                      </a:pPr>
                      <a:r>
                        <a:rPr lang="en-US" sz="1000">
                          <a:effectLst/>
                        </a:rPr>
                        <a:t>t-value</a:t>
                      </a:r>
                      <a:endParaRPr lang="en-US" sz="1200">
                        <a:effectLst/>
                        <a:latin typeface="+mn-lt"/>
                        <a:ea typeface="Times New Roman" panose="02020603050405020304" pitchFamily="18" charset="0"/>
                      </a:endParaRPr>
                    </a:p>
                  </a:txBody>
                  <a:tcPr marL="24451" marR="24451" marT="24451" marB="24451" anchor="b"/>
                </a:tc>
                <a:tc>
                  <a:txBody>
                    <a:bodyPr/>
                    <a:lstStyle/>
                    <a:p>
                      <a:pPr marL="0" marR="0">
                        <a:lnSpc>
                          <a:spcPct val="200000"/>
                        </a:lnSpc>
                        <a:spcBef>
                          <a:spcPts val="0"/>
                        </a:spcBef>
                        <a:spcAft>
                          <a:spcPts val="0"/>
                        </a:spcAft>
                      </a:pPr>
                      <a:r>
                        <a:rPr lang="en-US" sz="1000">
                          <a:effectLst/>
                        </a:rPr>
                        <a:t>df</a:t>
                      </a:r>
                      <a:endParaRPr lang="en-US" sz="1200">
                        <a:effectLst/>
                        <a:latin typeface="+mn-lt"/>
                        <a:ea typeface="Times New Roman" panose="02020603050405020304" pitchFamily="18" charset="0"/>
                      </a:endParaRPr>
                    </a:p>
                  </a:txBody>
                  <a:tcPr marL="24451" marR="24451" marT="24451" marB="24451" anchor="b"/>
                </a:tc>
                <a:tc>
                  <a:txBody>
                    <a:bodyPr/>
                    <a:lstStyle/>
                    <a:p>
                      <a:pPr marL="0" marR="0">
                        <a:lnSpc>
                          <a:spcPct val="200000"/>
                        </a:lnSpc>
                        <a:spcBef>
                          <a:spcPts val="0"/>
                        </a:spcBef>
                        <a:spcAft>
                          <a:spcPts val="0"/>
                        </a:spcAft>
                      </a:pPr>
                      <a:r>
                        <a:rPr lang="en-US" sz="1000">
                          <a:effectLst/>
                        </a:rPr>
                        <a:t>Significance</a:t>
                      </a:r>
                      <a:endParaRPr lang="en-US" sz="1200">
                        <a:effectLst/>
                        <a:latin typeface="+mn-lt"/>
                        <a:ea typeface="Times New Roman" panose="02020603050405020304" pitchFamily="18" charset="0"/>
                      </a:endParaRPr>
                    </a:p>
                  </a:txBody>
                  <a:tcPr marL="24451" marR="24451" marT="24451" marB="24451" anchor="b"/>
                </a:tc>
                <a:extLst>
                  <a:ext uri="{0D108BD9-81ED-4DB2-BD59-A6C34878D82A}">
                    <a16:rowId xmlns:a16="http://schemas.microsoft.com/office/drawing/2014/main" val="2508572817"/>
                  </a:ext>
                </a:extLst>
              </a:tr>
              <a:tr h="400128">
                <a:tc>
                  <a:txBody>
                    <a:bodyPr/>
                    <a:lstStyle/>
                    <a:p>
                      <a:pPr marL="0" marR="0">
                        <a:lnSpc>
                          <a:spcPct val="200000"/>
                        </a:lnSpc>
                        <a:spcBef>
                          <a:spcPts val="0"/>
                        </a:spcBef>
                        <a:spcAft>
                          <a:spcPts val="0"/>
                        </a:spcAft>
                      </a:pPr>
                      <a:r>
                        <a:rPr lang="en-US" sz="1000">
                          <a:effectLst/>
                        </a:rPr>
                        <a:t>FI&gt;FI</a:t>
                      </a:r>
                      <a:endParaRPr lang="en-US" sz="1200">
                        <a:effectLst/>
                        <a:latin typeface="+mn-lt"/>
                        <a:ea typeface="Times New Roman" panose="02020603050405020304" pitchFamily="18" charset="0"/>
                      </a:endParaRPr>
                    </a:p>
                  </a:txBody>
                  <a:tcPr marL="24451" marR="24451" marT="24451" marB="24451" anchor="b"/>
                </a:tc>
                <a:tc>
                  <a:txBody>
                    <a:bodyPr/>
                    <a:lstStyle/>
                    <a:p>
                      <a:pPr marL="0" marR="0" algn="r">
                        <a:lnSpc>
                          <a:spcPct val="200000"/>
                        </a:lnSpc>
                        <a:spcBef>
                          <a:spcPts val="0"/>
                        </a:spcBef>
                        <a:spcAft>
                          <a:spcPts val="0"/>
                        </a:spcAft>
                      </a:pPr>
                      <a:r>
                        <a:rPr lang="en-US" sz="1000">
                          <a:effectLst/>
                        </a:rPr>
                        <a:t>0.0007</a:t>
                      </a:r>
                      <a:endParaRPr lang="en-US" sz="1200">
                        <a:effectLst/>
                        <a:latin typeface="+mn-lt"/>
                        <a:ea typeface="Times New Roman" panose="02020603050405020304" pitchFamily="18" charset="0"/>
                      </a:endParaRPr>
                    </a:p>
                  </a:txBody>
                  <a:tcPr marL="24451" marR="24451" marT="24451" marB="24451" anchor="b"/>
                </a:tc>
                <a:tc>
                  <a:txBody>
                    <a:bodyPr/>
                    <a:lstStyle/>
                    <a:p>
                      <a:pPr marL="0" marR="0" algn="r">
                        <a:lnSpc>
                          <a:spcPct val="200000"/>
                        </a:lnSpc>
                        <a:spcBef>
                          <a:spcPts val="0"/>
                        </a:spcBef>
                        <a:spcAft>
                          <a:spcPts val="0"/>
                        </a:spcAft>
                      </a:pPr>
                      <a:r>
                        <a:rPr lang="en-US" sz="1200">
                          <a:effectLst/>
                        </a:rPr>
                        <a:t>4.336</a:t>
                      </a:r>
                      <a:endParaRPr lang="en-US" sz="1200">
                        <a:effectLst/>
                        <a:latin typeface="+mn-lt"/>
                        <a:ea typeface="Times New Roman" panose="02020603050405020304" pitchFamily="18" charset="0"/>
                      </a:endParaRPr>
                    </a:p>
                  </a:txBody>
                  <a:tcPr marL="24451" marR="24451" marT="24451" marB="24451" anchor="b"/>
                </a:tc>
                <a:tc>
                  <a:txBody>
                    <a:bodyPr/>
                    <a:lstStyle/>
                    <a:p>
                      <a:pPr marL="0" marR="0" algn="r">
                        <a:lnSpc>
                          <a:spcPct val="200000"/>
                        </a:lnSpc>
                        <a:spcBef>
                          <a:spcPts val="0"/>
                        </a:spcBef>
                        <a:spcAft>
                          <a:spcPts val="0"/>
                        </a:spcAft>
                      </a:pPr>
                      <a:r>
                        <a:rPr lang="en-US" sz="1000">
                          <a:effectLst/>
                        </a:rPr>
                        <a:t>14</a:t>
                      </a:r>
                      <a:endParaRPr lang="en-US" sz="1200">
                        <a:effectLst/>
                        <a:latin typeface="+mn-lt"/>
                        <a:ea typeface="Times New Roman" panose="02020603050405020304" pitchFamily="18" charset="0"/>
                      </a:endParaRPr>
                    </a:p>
                  </a:txBody>
                  <a:tcPr marL="24451" marR="24451" marT="24451" marB="24451" anchor="b"/>
                </a:tc>
                <a:tc>
                  <a:txBody>
                    <a:bodyPr/>
                    <a:lstStyle/>
                    <a:p>
                      <a:pPr marL="0" marR="0">
                        <a:lnSpc>
                          <a:spcPct val="200000"/>
                        </a:lnSpc>
                        <a:spcBef>
                          <a:spcPts val="0"/>
                        </a:spcBef>
                        <a:spcAft>
                          <a:spcPts val="0"/>
                        </a:spcAft>
                      </a:pPr>
                      <a:r>
                        <a:rPr lang="en-US" sz="1200">
                          <a:effectLst/>
                        </a:rPr>
                        <a:t>extremely significant</a:t>
                      </a:r>
                      <a:endParaRPr lang="en-US" sz="1200">
                        <a:effectLst/>
                        <a:latin typeface="+mn-lt"/>
                        <a:ea typeface="Times New Roman" panose="02020603050405020304" pitchFamily="18" charset="0"/>
                      </a:endParaRPr>
                    </a:p>
                  </a:txBody>
                  <a:tcPr marL="24451" marR="24451" marT="24451" marB="24451" anchor="b"/>
                </a:tc>
                <a:extLst>
                  <a:ext uri="{0D108BD9-81ED-4DB2-BD59-A6C34878D82A}">
                    <a16:rowId xmlns:a16="http://schemas.microsoft.com/office/drawing/2014/main" val="3418243539"/>
                  </a:ext>
                </a:extLst>
              </a:tr>
              <a:tr h="400128">
                <a:tc>
                  <a:txBody>
                    <a:bodyPr/>
                    <a:lstStyle/>
                    <a:p>
                      <a:pPr marL="0" marR="0">
                        <a:lnSpc>
                          <a:spcPct val="200000"/>
                        </a:lnSpc>
                        <a:spcBef>
                          <a:spcPts val="0"/>
                        </a:spcBef>
                        <a:spcAft>
                          <a:spcPts val="0"/>
                        </a:spcAft>
                      </a:pPr>
                      <a:r>
                        <a:rPr lang="en-US" sz="1000">
                          <a:effectLst/>
                        </a:rPr>
                        <a:t>FI&gt;FO</a:t>
                      </a:r>
                      <a:endParaRPr lang="en-US" sz="1200">
                        <a:effectLst/>
                        <a:latin typeface="+mn-lt"/>
                        <a:ea typeface="Times New Roman" panose="02020603050405020304" pitchFamily="18" charset="0"/>
                      </a:endParaRPr>
                    </a:p>
                  </a:txBody>
                  <a:tcPr marL="24451" marR="24451" marT="24451" marB="24451" anchor="b"/>
                </a:tc>
                <a:tc>
                  <a:txBody>
                    <a:bodyPr/>
                    <a:lstStyle/>
                    <a:p>
                      <a:pPr marL="0" marR="0" algn="r">
                        <a:lnSpc>
                          <a:spcPct val="200000"/>
                        </a:lnSpc>
                        <a:spcBef>
                          <a:spcPts val="0"/>
                        </a:spcBef>
                        <a:spcAft>
                          <a:spcPts val="0"/>
                        </a:spcAft>
                      </a:pPr>
                      <a:r>
                        <a:rPr lang="en-US" sz="1000">
                          <a:effectLst/>
                        </a:rPr>
                        <a:t>0.4256</a:t>
                      </a:r>
                      <a:endParaRPr lang="en-US" sz="1200">
                        <a:effectLst/>
                        <a:latin typeface="+mn-lt"/>
                        <a:ea typeface="Times New Roman" panose="02020603050405020304" pitchFamily="18" charset="0"/>
                      </a:endParaRPr>
                    </a:p>
                  </a:txBody>
                  <a:tcPr marL="24451" marR="24451" marT="24451" marB="24451" anchor="b"/>
                </a:tc>
                <a:tc>
                  <a:txBody>
                    <a:bodyPr/>
                    <a:lstStyle/>
                    <a:p>
                      <a:pPr marL="0" marR="0" algn="r">
                        <a:lnSpc>
                          <a:spcPct val="200000"/>
                        </a:lnSpc>
                        <a:spcBef>
                          <a:spcPts val="0"/>
                        </a:spcBef>
                        <a:spcAft>
                          <a:spcPts val="0"/>
                        </a:spcAft>
                      </a:pPr>
                      <a:r>
                        <a:rPr lang="en-US" sz="1200">
                          <a:effectLst/>
                        </a:rPr>
                        <a:t>0.8207</a:t>
                      </a:r>
                      <a:endParaRPr lang="en-US" sz="1200">
                        <a:effectLst/>
                        <a:latin typeface="+mn-lt"/>
                        <a:ea typeface="Times New Roman" panose="02020603050405020304" pitchFamily="18" charset="0"/>
                      </a:endParaRPr>
                    </a:p>
                  </a:txBody>
                  <a:tcPr marL="24451" marR="24451" marT="24451" marB="24451" anchor="b"/>
                </a:tc>
                <a:tc>
                  <a:txBody>
                    <a:bodyPr/>
                    <a:lstStyle/>
                    <a:p>
                      <a:pPr marL="0" marR="0" algn="r">
                        <a:lnSpc>
                          <a:spcPct val="200000"/>
                        </a:lnSpc>
                        <a:spcBef>
                          <a:spcPts val="0"/>
                        </a:spcBef>
                        <a:spcAft>
                          <a:spcPts val="0"/>
                        </a:spcAft>
                      </a:pPr>
                      <a:r>
                        <a:rPr lang="en-US" sz="1000">
                          <a:effectLst/>
                        </a:rPr>
                        <a:t>14</a:t>
                      </a:r>
                      <a:endParaRPr lang="en-US" sz="1200">
                        <a:effectLst/>
                        <a:latin typeface="+mn-lt"/>
                        <a:ea typeface="Times New Roman" panose="02020603050405020304" pitchFamily="18" charset="0"/>
                      </a:endParaRPr>
                    </a:p>
                  </a:txBody>
                  <a:tcPr marL="24451" marR="24451" marT="24451" marB="24451" anchor="b"/>
                </a:tc>
                <a:tc>
                  <a:txBody>
                    <a:bodyPr/>
                    <a:lstStyle/>
                    <a:p>
                      <a:pPr marL="0" marR="0">
                        <a:lnSpc>
                          <a:spcPct val="200000"/>
                        </a:lnSpc>
                        <a:spcBef>
                          <a:spcPts val="0"/>
                        </a:spcBef>
                        <a:spcAft>
                          <a:spcPts val="0"/>
                        </a:spcAft>
                      </a:pPr>
                      <a:r>
                        <a:rPr lang="en-US" sz="1200">
                          <a:effectLst/>
                        </a:rPr>
                        <a:t>not statistically significant</a:t>
                      </a:r>
                      <a:endParaRPr lang="en-US" sz="1200">
                        <a:effectLst/>
                        <a:latin typeface="+mn-lt"/>
                        <a:ea typeface="Times New Roman" panose="02020603050405020304" pitchFamily="18" charset="0"/>
                      </a:endParaRPr>
                    </a:p>
                  </a:txBody>
                  <a:tcPr marL="24451" marR="24451" marT="24451" marB="24451" anchor="b"/>
                </a:tc>
                <a:extLst>
                  <a:ext uri="{0D108BD9-81ED-4DB2-BD59-A6C34878D82A}">
                    <a16:rowId xmlns:a16="http://schemas.microsoft.com/office/drawing/2014/main" val="1758914066"/>
                  </a:ext>
                </a:extLst>
              </a:tr>
              <a:tr h="400128">
                <a:tc>
                  <a:txBody>
                    <a:bodyPr/>
                    <a:lstStyle/>
                    <a:p>
                      <a:pPr marL="0" marR="0">
                        <a:lnSpc>
                          <a:spcPct val="200000"/>
                        </a:lnSpc>
                        <a:spcBef>
                          <a:spcPts val="0"/>
                        </a:spcBef>
                        <a:spcAft>
                          <a:spcPts val="0"/>
                        </a:spcAft>
                      </a:pPr>
                      <a:r>
                        <a:rPr lang="en-US" sz="1000">
                          <a:effectLst/>
                        </a:rPr>
                        <a:t>FI&gt;MI</a:t>
                      </a:r>
                      <a:endParaRPr lang="en-US" sz="1200">
                        <a:effectLst/>
                        <a:latin typeface="+mn-lt"/>
                        <a:ea typeface="Times New Roman" panose="02020603050405020304" pitchFamily="18" charset="0"/>
                      </a:endParaRPr>
                    </a:p>
                  </a:txBody>
                  <a:tcPr marL="24451" marR="24451" marT="24451" marB="24451" anchor="b"/>
                </a:tc>
                <a:tc>
                  <a:txBody>
                    <a:bodyPr/>
                    <a:lstStyle/>
                    <a:p>
                      <a:pPr marL="0" marR="0" algn="r">
                        <a:lnSpc>
                          <a:spcPct val="200000"/>
                        </a:lnSpc>
                        <a:spcBef>
                          <a:spcPts val="0"/>
                        </a:spcBef>
                        <a:spcAft>
                          <a:spcPts val="0"/>
                        </a:spcAft>
                      </a:pPr>
                      <a:r>
                        <a:rPr lang="en-US" sz="1200">
                          <a:effectLst/>
                        </a:rPr>
                        <a:t>0.0001</a:t>
                      </a:r>
                      <a:endParaRPr lang="en-US" sz="1200">
                        <a:effectLst/>
                        <a:latin typeface="+mn-lt"/>
                        <a:ea typeface="Times New Roman" panose="02020603050405020304" pitchFamily="18" charset="0"/>
                      </a:endParaRPr>
                    </a:p>
                  </a:txBody>
                  <a:tcPr marL="24451" marR="24451" marT="24451" marB="24451" anchor="b"/>
                </a:tc>
                <a:tc>
                  <a:txBody>
                    <a:bodyPr/>
                    <a:lstStyle/>
                    <a:p>
                      <a:pPr marL="0" marR="0" algn="r">
                        <a:lnSpc>
                          <a:spcPct val="200000"/>
                        </a:lnSpc>
                        <a:spcBef>
                          <a:spcPts val="0"/>
                        </a:spcBef>
                        <a:spcAft>
                          <a:spcPts val="0"/>
                        </a:spcAft>
                      </a:pPr>
                      <a:r>
                        <a:rPr lang="en-US" sz="1200">
                          <a:effectLst/>
                        </a:rPr>
                        <a:t>6.8447</a:t>
                      </a:r>
                      <a:endParaRPr lang="en-US" sz="1200">
                        <a:effectLst/>
                        <a:latin typeface="+mn-lt"/>
                        <a:ea typeface="Times New Roman" panose="02020603050405020304" pitchFamily="18" charset="0"/>
                      </a:endParaRPr>
                    </a:p>
                  </a:txBody>
                  <a:tcPr marL="24451" marR="24451" marT="24451" marB="24451" anchor="b"/>
                </a:tc>
                <a:tc>
                  <a:txBody>
                    <a:bodyPr/>
                    <a:lstStyle/>
                    <a:p>
                      <a:pPr marL="0" marR="0" algn="r">
                        <a:lnSpc>
                          <a:spcPct val="200000"/>
                        </a:lnSpc>
                        <a:spcBef>
                          <a:spcPts val="0"/>
                        </a:spcBef>
                        <a:spcAft>
                          <a:spcPts val="0"/>
                        </a:spcAft>
                      </a:pPr>
                      <a:r>
                        <a:rPr lang="en-US" sz="1000">
                          <a:effectLst/>
                        </a:rPr>
                        <a:t>14</a:t>
                      </a:r>
                      <a:endParaRPr lang="en-US" sz="1200">
                        <a:effectLst/>
                        <a:latin typeface="+mn-lt"/>
                        <a:ea typeface="Times New Roman" panose="02020603050405020304" pitchFamily="18" charset="0"/>
                      </a:endParaRPr>
                    </a:p>
                  </a:txBody>
                  <a:tcPr marL="24451" marR="24451" marT="24451" marB="24451" anchor="b"/>
                </a:tc>
                <a:tc>
                  <a:txBody>
                    <a:bodyPr/>
                    <a:lstStyle/>
                    <a:p>
                      <a:pPr marL="0" marR="0">
                        <a:lnSpc>
                          <a:spcPct val="200000"/>
                        </a:lnSpc>
                        <a:spcBef>
                          <a:spcPts val="0"/>
                        </a:spcBef>
                        <a:spcAft>
                          <a:spcPts val="0"/>
                        </a:spcAft>
                      </a:pPr>
                      <a:r>
                        <a:rPr lang="en-US" sz="1200">
                          <a:effectLst/>
                        </a:rPr>
                        <a:t>extremely statistically significant</a:t>
                      </a:r>
                      <a:endParaRPr lang="en-US" sz="1200">
                        <a:effectLst/>
                        <a:latin typeface="+mn-lt"/>
                        <a:ea typeface="Times New Roman" panose="02020603050405020304" pitchFamily="18" charset="0"/>
                      </a:endParaRPr>
                    </a:p>
                  </a:txBody>
                  <a:tcPr marL="24451" marR="24451" marT="24451" marB="24451" anchor="b"/>
                </a:tc>
                <a:extLst>
                  <a:ext uri="{0D108BD9-81ED-4DB2-BD59-A6C34878D82A}">
                    <a16:rowId xmlns:a16="http://schemas.microsoft.com/office/drawing/2014/main" val="3747283675"/>
                  </a:ext>
                </a:extLst>
              </a:tr>
              <a:tr h="400128">
                <a:tc>
                  <a:txBody>
                    <a:bodyPr/>
                    <a:lstStyle/>
                    <a:p>
                      <a:pPr marL="0" marR="0">
                        <a:lnSpc>
                          <a:spcPct val="200000"/>
                        </a:lnSpc>
                        <a:spcBef>
                          <a:spcPts val="0"/>
                        </a:spcBef>
                        <a:spcAft>
                          <a:spcPts val="0"/>
                        </a:spcAft>
                      </a:pPr>
                      <a:r>
                        <a:rPr lang="en-US" sz="1000">
                          <a:effectLst/>
                        </a:rPr>
                        <a:t>FO&gt;FI</a:t>
                      </a:r>
                      <a:endParaRPr lang="en-US" sz="1200">
                        <a:effectLst/>
                        <a:latin typeface="+mn-lt"/>
                        <a:ea typeface="Times New Roman" panose="02020603050405020304" pitchFamily="18" charset="0"/>
                      </a:endParaRPr>
                    </a:p>
                  </a:txBody>
                  <a:tcPr marL="24451" marR="24451" marT="24451" marB="24451" anchor="b"/>
                </a:tc>
                <a:tc>
                  <a:txBody>
                    <a:bodyPr/>
                    <a:lstStyle/>
                    <a:p>
                      <a:pPr marL="0" marR="0" algn="r">
                        <a:lnSpc>
                          <a:spcPct val="200000"/>
                        </a:lnSpc>
                        <a:spcBef>
                          <a:spcPts val="0"/>
                        </a:spcBef>
                        <a:spcAft>
                          <a:spcPts val="0"/>
                        </a:spcAft>
                      </a:pPr>
                      <a:r>
                        <a:rPr lang="en-US" sz="1200">
                          <a:effectLst/>
                        </a:rPr>
                        <a:t>0.0169</a:t>
                      </a:r>
                      <a:endParaRPr lang="en-US" sz="1200">
                        <a:effectLst/>
                        <a:latin typeface="+mn-lt"/>
                        <a:ea typeface="Times New Roman" panose="02020603050405020304" pitchFamily="18" charset="0"/>
                      </a:endParaRPr>
                    </a:p>
                  </a:txBody>
                  <a:tcPr marL="24451" marR="24451" marT="24451" marB="24451" anchor="b"/>
                </a:tc>
                <a:tc>
                  <a:txBody>
                    <a:bodyPr/>
                    <a:lstStyle/>
                    <a:p>
                      <a:pPr marL="0" marR="0" algn="r">
                        <a:lnSpc>
                          <a:spcPct val="200000"/>
                        </a:lnSpc>
                        <a:spcBef>
                          <a:spcPts val="0"/>
                        </a:spcBef>
                        <a:spcAft>
                          <a:spcPts val="0"/>
                        </a:spcAft>
                      </a:pPr>
                      <a:r>
                        <a:rPr lang="en-US" sz="1200">
                          <a:effectLst/>
                        </a:rPr>
                        <a:t>2.7105</a:t>
                      </a:r>
                      <a:endParaRPr lang="en-US" sz="1200">
                        <a:effectLst/>
                        <a:latin typeface="+mn-lt"/>
                        <a:ea typeface="Times New Roman" panose="02020603050405020304" pitchFamily="18" charset="0"/>
                      </a:endParaRPr>
                    </a:p>
                  </a:txBody>
                  <a:tcPr marL="24451" marR="24451" marT="24451" marB="24451" anchor="b"/>
                </a:tc>
                <a:tc>
                  <a:txBody>
                    <a:bodyPr/>
                    <a:lstStyle/>
                    <a:p>
                      <a:pPr marL="0" marR="0" algn="r">
                        <a:lnSpc>
                          <a:spcPct val="200000"/>
                        </a:lnSpc>
                        <a:spcBef>
                          <a:spcPts val="0"/>
                        </a:spcBef>
                        <a:spcAft>
                          <a:spcPts val="0"/>
                        </a:spcAft>
                      </a:pPr>
                      <a:r>
                        <a:rPr lang="en-US" sz="1000">
                          <a:effectLst/>
                        </a:rPr>
                        <a:t>14</a:t>
                      </a:r>
                      <a:endParaRPr lang="en-US" sz="1200">
                        <a:effectLst/>
                        <a:latin typeface="+mn-lt"/>
                        <a:ea typeface="Times New Roman" panose="02020603050405020304" pitchFamily="18" charset="0"/>
                      </a:endParaRPr>
                    </a:p>
                  </a:txBody>
                  <a:tcPr marL="24451" marR="24451" marT="24451" marB="24451" anchor="b"/>
                </a:tc>
                <a:tc>
                  <a:txBody>
                    <a:bodyPr/>
                    <a:lstStyle/>
                    <a:p>
                      <a:pPr marL="0" marR="0">
                        <a:lnSpc>
                          <a:spcPct val="200000"/>
                        </a:lnSpc>
                        <a:spcBef>
                          <a:spcPts val="0"/>
                        </a:spcBef>
                        <a:spcAft>
                          <a:spcPts val="0"/>
                        </a:spcAft>
                      </a:pPr>
                      <a:r>
                        <a:rPr lang="en-US" sz="1200">
                          <a:effectLst/>
                        </a:rPr>
                        <a:t>statistically significant</a:t>
                      </a:r>
                      <a:endParaRPr lang="en-US" sz="1200">
                        <a:effectLst/>
                        <a:latin typeface="+mn-lt"/>
                        <a:ea typeface="Times New Roman" panose="02020603050405020304" pitchFamily="18" charset="0"/>
                      </a:endParaRPr>
                    </a:p>
                  </a:txBody>
                  <a:tcPr marL="24451" marR="24451" marT="24451" marB="24451" anchor="b"/>
                </a:tc>
                <a:extLst>
                  <a:ext uri="{0D108BD9-81ED-4DB2-BD59-A6C34878D82A}">
                    <a16:rowId xmlns:a16="http://schemas.microsoft.com/office/drawing/2014/main" val="3947860254"/>
                  </a:ext>
                </a:extLst>
              </a:tr>
              <a:tr h="400128">
                <a:tc>
                  <a:txBody>
                    <a:bodyPr/>
                    <a:lstStyle/>
                    <a:p>
                      <a:pPr marL="0" marR="0">
                        <a:lnSpc>
                          <a:spcPct val="200000"/>
                        </a:lnSpc>
                        <a:spcBef>
                          <a:spcPts val="0"/>
                        </a:spcBef>
                        <a:spcAft>
                          <a:spcPts val="0"/>
                        </a:spcAft>
                      </a:pPr>
                      <a:r>
                        <a:rPr lang="en-US" sz="1000">
                          <a:effectLst/>
                        </a:rPr>
                        <a:t>FO&gt;FO</a:t>
                      </a:r>
                      <a:endParaRPr lang="en-US" sz="1200">
                        <a:effectLst/>
                        <a:latin typeface="+mn-lt"/>
                        <a:ea typeface="Times New Roman" panose="02020603050405020304" pitchFamily="18" charset="0"/>
                      </a:endParaRPr>
                    </a:p>
                  </a:txBody>
                  <a:tcPr marL="24451" marR="24451" marT="24451" marB="24451" anchor="b"/>
                </a:tc>
                <a:tc>
                  <a:txBody>
                    <a:bodyPr/>
                    <a:lstStyle/>
                    <a:p>
                      <a:pPr marL="0" marR="0" algn="r">
                        <a:lnSpc>
                          <a:spcPct val="200000"/>
                        </a:lnSpc>
                        <a:spcBef>
                          <a:spcPts val="0"/>
                        </a:spcBef>
                        <a:spcAft>
                          <a:spcPts val="0"/>
                        </a:spcAft>
                      </a:pPr>
                      <a:r>
                        <a:rPr lang="en-US" sz="1200">
                          <a:effectLst/>
                        </a:rPr>
                        <a:t>0.0169</a:t>
                      </a:r>
                      <a:endParaRPr lang="en-US" sz="1200">
                        <a:effectLst/>
                        <a:latin typeface="+mn-lt"/>
                        <a:ea typeface="Times New Roman" panose="02020603050405020304" pitchFamily="18" charset="0"/>
                      </a:endParaRPr>
                    </a:p>
                  </a:txBody>
                  <a:tcPr marL="24451" marR="24451" marT="24451" marB="24451" anchor="b"/>
                </a:tc>
                <a:tc>
                  <a:txBody>
                    <a:bodyPr/>
                    <a:lstStyle/>
                    <a:p>
                      <a:pPr marL="0" marR="0" algn="r">
                        <a:lnSpc>
                          <a:spcPct val="200000"/>
                        </a:lnSpc>
                        <a:spcBef>
                          <a:spcPts val="0"/>
                        </a:spcBef>
                        <a:spcAft>
                          <a:spcPts val="0"/>
                        </a:spcAft>
                      </a:pPr>
                      <a:r>
                        <a:rPr lang="en-US" sz="1200">
                          <a:effectLst/>
                        </a:rPr>
                        <a:t>2.7105</a:t>
                      </a:r>
                      <a:endParaRPr lang="en-US" sz="1200">
                        <a:effectLst/>
                        <a:latin typeface="+mn-lt"/>
                        <a:ea typeface="Times New Roman" panose="02020603050405020304" pitchFamily="18" charset="0"/>
                      </a:endParaRPr>
                    </a:p>
                  </a:txBody>
                  <a:tcPr marL="24451" marR="24451" marT="24451" marB="24451" anchor="b"/>
                </a:tc>
                <a:tc>
                  <a:txBody>
                    <a:bodyPr/>
                    <a:lstStyle/>
                    <a:p>
                      <a:pPr marL="0" marR="0" algn="r">
                        <a:lnSpc>
                          <a:spcPct val="200000"/>
                        </a:lnSpc>
                        <a:spcBef>
                          <a:spcPts val="0"/>
                        </a:spcBef>
                        <a:spcAft>
                          <a:spcPts val="0"/>
                        </a:spcAft>
                      </a:pPr>
                      <a:r>
                        <a:rPr lang="en-US" sz="1000">
                          <a:effectLst/>
                        </a:rPr>
                        <a:t>14</a:t>
                      </a:r>
                      <a:endParaRPr lang="en-US" sz="1200">
                        <a:effectLst/>
                        <a:latin typeface="+mn-lt"/>
                        <a:ea typeface="Times New Roman" panose="02020603050405020304" pitchFamily="18" charset="0"/>
                      </a:endParaRPr>
                    </a:p>
                  </a:txBody>
                  <a:tcPr marL="24451" marR="24451" marT="24451" marB="24451" anchor="b"/>
                </a:tc>
                <a:tc>
                  <a:txBody>
                    <a:bodyPr/>
                    <a:lstStyle/>
                    <a:p>
                      <a:pPr marL="0" marR="0">
                        <a:lnSpc>
                          <a:spcPct val="200000"/>
                        </a:lnSpc>
                        <a:spcBef>
                          <a:spcPts val="0"/>
                        </a:spcBef>
                        <a:spcAft>
                          <a:spcPts val="0"/>
                        </a:spcAft>
                      </a:pPr>
                      <a:r>
                        <a:rPr lang="en-US" sz="1200">
                          <a:effectLst/>
                        </a:rPr>
                        <a:t>statistically significant</a:t>
                      </a:r>
                      <a:endParaRPr lang="en-US" sz="1200">
                        <a:effectLst/>
                        <a:latin typeface="+mn-lt"/>
                        <a:ea typeface="Times New Roman" panose="02020603050405020304" pitchFamily="18" charset="0"/>
                      </a:endParaRPr>
                    </a:p>
                  </a:txBody>
                  <a:tcPr marL="24451" marR="24451" marT="24451" marB="24451" anchor="b"/>
                </a:tc>
                <a:extLst>
                  <a:ext uri="{0D108BD9-81ED-4DB2-BD59-A6C34878D82A}">
                    <a16:rowId xmlns:a16="http://schemas.microsoft.com/office/drawing/2014/main" val="497614691"/>
                  </a:ext>
                </a:extLst>
              </a:tr>
              <a:tr h="400128">
                <a:tc>
                  <a:txBody>
                    <a:bodyPr/>
                    <a:lstStyle/>
                    <a:p>
                      <a:pPr marL="0" marR="0">
                        <a:lnSpc>
                          <a:spcPct val="200000"/>
                        </a:lnSpc>
                        <a:spcBef>
                          <a:spcPts val="0"/>
                        </a:spcBef>
                        <a:spcAft>
                          <a:spcPts val="0"/>
                        </a:spcAft>
                      </a:pPr>
                      <a:r>
                        <a:rPr lang="en-US" sz="1000">
                          <a:effectLst/>
                        </a:rPr>
                        <a:t>FO&gt;MI</a:t>
                      </a:r>
                      <a:endParaRPr lang="en-US" sz="1200">
                        <a:effectLst/>
                        <a:latin typeface="+mn-lt"/>
                        <a:ea typeface="Times New Roman" panose="02020603050405020304" pitchFamily="18" charset="0"/>
                      </a:endParaRPr>
                    </a:p>
                  </a:txBody>
                  <a:tcPr marL="24451" marR="24451" marT="24451" marB="24451" anchor="b"/>
                </a:tc>
                <a:tc>
                  <a:txBody>
                    <a:bodyPr/>
                    <a:lstStyle/>
                    <a:p>
                      <a:pPr marL="0" marR="0" algn="r">
                        <a:lnSpc>
                          <a:spcPct val="200000"/>
                        </a:lnSpc>
                        <a:spcBef>
                          <a:spcPts val="0"/>
                        </a:spcBef>
                        <a:spcAft>
                          <a:spcPts val="0"/>
                        </a:spcAft>
                      </a:pPr>
                      <a:r>
                        <a:rPr lang="en-US" sz="1000">
                          <a:effectLst/>
                        </a:rPr>
                        <a:t>0.0008</a:t>
                      </a:r>
                      <a:endParaRPr lang="en-US" sz="1200">
                        <a:effectLst/>
                        <a:latin typeface="+mn-lt"/>
                        <a:ea typeface="Times New Roman" panose="02020603050405020304" pitchFamily="18" charset="0"/>
                      </a:endParaRPr>
                    </a:p>
                  </a:txBody>
                  <a:tcPr marL="24451" marR="24451" marT="24451" marB="24451" anchor="b"/>
                </a:tc>
                <a:tc>
                  <a:txBody>
                    <a:bodyPr/>
                    <a:lstStyle/>
                    <a:p>
                      <a:pPr marL="0" marR="0" algn="r">
                        <a:lnSpc>
                          <a:spcPct val="200000"/>
                        </a:lnSpc>
                        <a:spcBef>
                          <a:spcPts val="0"/>
                        </a:spcBef>
                        <a:spcAft>
                          <a:spcPts val="0"/>
                        </a:spcAft>
                      </a:pPr>
                      <a:r>
                        <a:rPr lang="en-US" sz="1200">
                          <a:effectLst/>
                        </a:rPr>
                        <a:t>4.2363</a:t>
                      </a:r>
                      <a:endParaRPr lang="en-US" sz="1200">
                        <a:effectLst/>
                        <a:latin typeface="+mn-lt"/>
                        <a:ea typeface="Times New Roman" panose="02020603050405020304" pitchFamily="18" charset="0"/>
                      </a:endParaRPr>
                    </a:p>
                  </a:txBody>
                  <a:tcPr marL="24451" marR="24451" marT="24451" marB="24451" anchor="b"/>
                </a:tc>
                <a:tc>
                  <a:txBody>
                    <a:bodyPr/>
                    <a:lstStyle/>
                    <a:p>
                      <a:pPr marL="0" marR="0" algn="r">
                        <a:lnSpc>
                          <a:spcPct val="200000"/>
                        </a:lnSpc>
                        <a:spcBef>
                          <a:spcPts val="0"/>
                        </a:spcBef>
                        <a:spcAft>
                          <a:spcPts val="0"/>
                        </a:spcAft>
                      </a:pPr>
                      <a:r>
                        <a:rPr lang="en-US" sz="1000">
                          <a:effectLst/>
                        </a:rPr>
                        <a:t>14</a:t>
                      </a:r>
                      <a:endParaRPr lang="en-US" sz="1200">
                        <a:effectLst/>
                        <a:latin typeface="+mn-lt"/>
                        <a:ea typeface="Times New Roman" panose="02020603050405020304" pitchFamily="18" charset="0"/>
                      </a:endParaRPr>
                    </a:p>
                  </a:txBody>
                  <a:tcPr marL="24451" marR="24451" marT="24451" marB="24451" anchor="b"/>
                </a:tc>
                <a:tc>
                  <a:txBody>
                    <a:bodyPr/>
                    <a:lstStyle/>
                    <a:p>
                      <a:pPr marL="0" marR="0">
                        <a:lnSpc>
                          <a:spcPct val="200000"/>
                        </a:lnSpc>
                        <a:spcBef>
                          <a:spcPts val="0"/>
                        </a:spcBef>
                        <a:spcAft>
                          <a:spcPts val="0"/>
                        </a:spcAft>
                      </a:pPr>
                      <a:r>
                        <a:rPr lang="en-US" sz="1200" dirty="0">
                          <a:effectLst/>
                        </a:rPr>
                        <a:t>extremely statistically significant</a:t>
                      </a:r>
                      <a:endParaRPr lang="en-US" sz="1200" dirty="0">
                        <a:effectLst/>
                        <a:latin typeface="+mn-lt"/>
                        <a:ea typeface="Times New Roman" panose="02020603050405020304" pitchFamily="18" charset="0"/>
                      </a:endParaRPr>
                    </a:p>
                  </a:txBody>
                  <a:tcPr marL="24451" marR="24451" marT="24451" marB="24451" anchor="b"/>
                </a:tc>
                <a:extLst>
                  <a:ext uri="{0D108BD9-81ED-4DB2-BD59-A6C34878D82A}">
                    <a16:rowId xmlns:a16="http://schemas.microsoft.com/office/drawing/2014/main" val="343631532"/>
                  </a:ext>
                </a:extLst>
              </a:tr>
              <a:tr h="400128">
                <a:tc>
                  <a:txBody>
                    <a:bodyPr/>
                    <a:lstStyle/>
                    <a:p>
                      <a:pPr marL="0" marR="0">
                        <a:lnSpc>
                          <a:spcPct val="200000"/>
                        </a:lnSpc>
                        <a:spcBef>
                          <a:spcPts val="0"/>
                        </a:spcBef>
                        <a:spcAft>
                          <a:spcPts val="0"/>
                        </a:spcAft>
                      </a:pPr>
                      <a:r>
                        <a:rPr lang="en-US" sz="1000">
                          <a:effectLst/>
                        </a:rPr>
                        <a:t>MI&gt;FI</a:t>
                      </a:r>
                      <a:endParaRPr lang="en-US" sz="1200">
                        <a:effectLst/>
                        <a:latin typeface="+mn-lt"/>
                        <a:ea typeface="Times New Roman" panose="02020603050405020304" pitchFamily="18" charset="0"/>
                      </a:endParaRPr>
                    </a:p>
                  </a:txBody>
                  <a:tcPr marL="24451" marR="24451" marT="24451" marB="24451" anchor="b"/>
                </a:tc>
                <a:tc>
                  <a:txBody>
                    <a:bodyPr/>
                    <a:lstStyle/>
                    <a:p>
                      <a:pPr marL="0" marR="0" algn="r">
                        <a:lnSpc>
                          <a:spcPct val="200000"/>
                        </a:lnSpc>
                        <a:spcBef>
                          <a:spcPts val="0"/>
                        </a:spcBef>
                        <a:spcAft>
                          <a:spcPts val="0"/>
                        </a:spcAft>
                      </a:pPr>
                      <a:r>
                        <a:rPr lang="en-US" sz="1200">
                          <a:effectLst/>
                        </a:rPr>
                        <a:t>0.1639</a:t>
                      </a:r>
                      <a:endParaRPr lang="en-US" sz="1200">
                        <a:effectLst/>
                        <a:latin typeface="+mn-lt"/>
                        <a:ea typeface="Times New Roman" panose="02020603050405020304" pitchFamily="18" charset="0"/>
                      </a:endParaRPr>
                    </a:p>
                  </a:txBody>
                  <a:tcPr marL="24451" marR="24451" marT="24451" marB="24451" anchor="b"/>
                </a:tc>
                <a:tc>
                  <a:txBody>
                    <a:bodyPr/>
                    <a:lstStyle/>
                    <a:p>
                      <a:pPr marL="0" marR="0" algn="r">
                        <a:lnSpc>
                          <a:spcPct val="200000"/>
                        </a:lnSpc>
                        <a:spcBef>
                          <a:spcPts val="0"/>
                        </a:spcBef>
                        <a:spcAft>
                          <a:spcPts val="0"/>
                        </a:spcAft>
                      </a:pPr>
                      <a:r>
                        <a:rPr lang="en-US" sz="1200">
                          <a:effectLst/>
                        </a:rPr>
                        <a:t>1.4693</a:t>
                      </a:r>
                      <a:endParaRPr lang="en-US" sz="1200">
                        <a:effectLst/>
                        <a:latin typeface="+mn-lt"/>
                        <a:ea typeface="Times New Roman" panose="02020603050405020304" pitchFamily="18" charset="0"/>
                      </a:endParaRPr>
                    </a:p>
                  </a:txBody>
                  <a:tcPr marL="24451" marR="24451" marT="24451" marB="24451" anchor="b"/>
                </a:tc>
                <a:tc>
                  <a:txBody>
                    <a:bodyPr/>
                    <a:lstStyle/>
                    <a:p>
                      <a:pPr marL="0" marR="0" algn="r">
                        <a:lnSpc>
                          <a:spcPct val="200000"/>
                        </a:lnSpc>
                        <a:spcBef>
                          <a:spcPts val="0"/>
                        </a:spcBef>
                        <a:spcAft>
                          <a:spcPts val="0"/>
                        </a:spcAft>
                      </a:pPr>
                      <a:r>
                        <a:rPr lang="en-US" sz="1000">
                          <a:effectLst/>
                        </a:rPr>
                        <a:t>14</a:t>
                      </a:r>
                      <a:endParaRPr lang="en-US" sz="1200">
                        <a:effectLst/>
                        <a:latin typeface="+mn-lt"/>
                        <a:ea typeface="Times New Roman" panose="02020603050405020304" pitchFamily="18" charset="0"/>
                      </a:endParaRPr>
                    </a:p>
                  </a:txBody>
                  <a:tcPr marL="24451" marR="24451" marT="24451" marB="24451" anchor="b"/>
                </a:tc>
                <a:tc>
                  <a:txBody>
                    <a:bodyPr/>
                    <a:lstStyle/>
                    <a:p>
                      <a:pPr marL="0" marR="0">
                        <a:lnSpc>
                          <a:spcPct val="200000"/>
                        </a:lnSpc>
                        <a:spcBef>
                          <a:spcPts val="0"/>
                        </a:spcBef>
                        <a:spcAft>
                          <a:spcPts val="0"/>
                        </a:spcAft>
                      </a:pPr>
                      <a:r>
                        <a:rPr lang="en-US" sz="1200">
                          <a:effectLst/>
                        </a:rPr>
                        <a:t>not statistically significant</a:t>
                      </a:r>
                      <a:endParaRPr lang="en-US" sz="1200">
                        <a:effectLst/>
                        <a:latin typeface="+mn-lt"/>
                        <a:ea typeface="Times New Roman" panose="02020603050405020304" pitchFamily="18" charset="0"/>
                      </a:endParaRPr>
                    </a:p>
                  </a:txBody>
                  <a:tcPr marL="24451" marR="24451" marT="24451" marB="24451" anchor="b"/>
                </a:tc>
                <a:extLst>
                  <a:ext uri="{0D108BD9-81ED-4DB2-BD59-A6C34878D82A}">
                    <a16:rowId xmlns:a16="http://schemas.microsoft.com/office/drawing/2014/main" val="3779832365"/>
                  </a:ext>
                </a:extLst>
              </a:tr>
              <a:tr h="400128">
                <a:tc>
                  <a:txBody>
                    <a:bodyPr/>
                    <a:lstStyle/>
                    <a:p>
                      <a:pPr marL="0" marR="0">
                        <a:lnSpc>
                          <a:spcPct val="200000"/>
                        </a:lnSpc>
                        <a:spcBef>
                          <a:spcPts val="0"/>
                        </a:spcBef>
                        <a:spcAft>
                          <a:spcPts val="0"/>
                        </a:spcAft>
                      </a:pPr>
                      <a:r>
                        <a:rPr lang="en-US" sz="1000">
                          <a:effectLst/>
                        </a:rPr>
                        <a:t>MI&gt;FO</a:t>
                      </a:r>
                      <a:endParaRPr lang="en-US" sz="1200">
                        <a:effectLst/>
                        <a:latin typeface="+mn-lt"/>
                        <a:ea typeface="Times New Roman" panose="02020603050405020304" pitchFamily="18" charset="0"/>
                      </a:endParaRPr>
                    </a:p>
                  </a:txBody>
                  <a:tcPr marL="24451" marR="24451" marT="24451" marB="24451" anchor="b"/>
                </a:tc>
                <a:tc>
                  <a:txBody>
                    <a:bodyPr/>
                    <a:lstStyle/>
                    <a:p>
                      <a:pPr marL="0" marR="0" algn="r">
                        <a:lnSpc>
                          <a:spcPct val="200000"/>
                        </a:lnSpc>
                        <a:spcBef>
                          <a:spcPts val="0"/>
                        </a:spcBef>
                        <a:spcAft>
                          <a:spcPts val="0"/>
                        </a:spcAft>
                      </a:pPr>
                      <a:r>
                        <a:rPr lang="en-US" sz="1000">
                          <a:effectLst/>
                        </a:rPr>
                        <a:t>0.0234</a:t>
                      </a:r>
                      <a:endParaRPr lang="en-US" sz="1200">
                        <a:effectLst/>
                        <a:latin typeface="+mn-lt"/>
                        <a:ea typeface="Times New Roman" panose="02020603050405020304" pitchFamily="18" charset="0"/>
                      </a:endParaRPr>
                    </a:p>
                  </a:txBody>
                  <a:tcPr marL="24451" marR="24451" marT="24451" marB="24451" anchor="b"/>
                </a:tc>
                <a:tc>
                  <a:txBody>
                    <a:bodyPr/>
                    <a:lstStyle/>
                    <a:p>
                      <a:pPr marL="0" marR="0" algn="r">
                        <a:lnSpc>
                          <a:spcPct val="200000"/>
                        </a:lnSpc>
                        <a:spcBef>
                          <a:spcPts val="0"/>
                        </a:spcBef>
                        <a:spcAft>
                          <a:spcPts val="0"/>
                        </a:spcAft>
                      </a:pPr>
                      <a:r>
                        <a:rPr lang="en-US" sz="1200">
                          <a:effectLst/>
                        </a:rPr>
                        <a:t>2.5426</a:t>
                      </a:r>
                      <a:endParaRPr lang="en-US" sz="1200">
                        <a:effectLst/>
                        <a:latin typeface="+mn-lt"/>
                        <a:ea typeface="Times New Roman" panose="02020603050405020304" pitchFamily="18" charset="0"/>
                      </a:endParaRPr>
                    </a:p>
                  </a:txBody>
                  <a:tcPr marL="24451" marR="24451" marT="24451" marB="24451" anchor="b"/>
                </a:tc>
                <a:tc>
                  <a:txBody>
                    <a:bodyPr/>
                    <a:lstStyle/>
                    <a:p>
                      <a:pPr marL="0" marR="0" algn="r">
                        <a:lnSpc>
                          <a:spcPct val="200000"/>
                        </a:lnSpc>
                        <a:spcBef>
                          <a:spcPts val="0"/>
                        </a:spcBef>
                        <a:spcAft>
                          <a:spcPts val="0"/>
                        </a:spcAft>
                      </a:pPr>
                      <a:r>
                        <a:rPr lang="en-US" sz="1000">
                          <a:effectLst/>
                        </a:rPr>
                        <a:t>14</a:t>
                      </a:r>
                      <a:endParaRPr lang="en-US" sz="1200">
                        <a:effectLst/>
                        <a:latin typeface="+mn-lt"/>
                        <a:ea typeface="Times New Roman" panose="02020603050405020304" pitchFamily="18" charset="0"/>
                      </a:endParaRPr>
                    </a:p>
                  </a:txBody>
                  <a:tcPr marL="24451" marR="24451" marT="24451" marB="24451" anchor="b"/>
                </a:tc>
                <a:tc>
                  <a:txBody>
                    <a:bodyPr/>
                    <a:lstStyle/>
                    <a:p>
                      <a:pPr marL="0" marR="0">
                        <a:lnSpc>
                          <a:spcPct val="200000"/>
                        </a:lnSpc>
                        <a:spcBef>
                          <a:spcPts val="0"/>
                        </a:spcBef>
                        <a:spcAft>
                          <a:spcPts val="0"/>
                        </a:spcAft>
                      </a:pPr>
                      <a:r>
                        <a:rPr lang="en-US" sz="1200">
                          <a:effectLst/>
                        </a:rPr>
                        <a:t>statistically significant</a:t>
                      </a:r>
                      <a:endParaRPr lang="en-US" sz="1200">
                        <a:effectLst/>
                        <a:latin typeface="+mn-lt"/>
                        <a:ea typeface="Times New Roman" panose="02020603050405020304" pitchFamily="18" charset="0"/>
                      </a:endParaRPr>
                    </a:p>
                  </a:txBody>
                  <a:tcPr marL="24451" marR="24451" marT="24451" marB="24451" anchor="b"/>
                </a:tc>
                <a:extLst>
                  <a:ext uri="{0D108BD9-81ED-4DB2-BD59-A6C34878D82A}">
                    <a16:rowId xmlns:a16="http://schemas.microsoft.com/office/drawing/2014/main" val="43208254"/>
                  </a:ext>
                </a:extLst>
              </a:tr>
              <a:tr h="400128">
                <a:tc>
                  <a:txBody>
                    <a:bodyPr/>
                    <a:lstStyle/>
                    <a:p>
                      <a:pPr marL="0" marR="0">
                        <a:lnSpc>
                          <a:spcPct val="200000"/>
                        </a:lnSpc>
                        <a:spcBef>
                          <a:spcPts val="0"/>
                        </a:spcBef>
                        <a:spcAft>
                          <a:spcPts val="0"/>
                        </a:spcAft>
                      </a:pPr>
                      <a:r>
                        <a:rPr lang="en-US" sz="1000">
                          <a:effectLst/>
                        </a:rPr>
                        <a:t>No replacement</a:t>
                      </a:r>
                      <a:endParaRPr lang="en-US" sz="1200">
                        <a:effectLst/>
                        <a:latin typeface="+mn-lt"/>
                        <a:ea typeface="Times New Roman" panose="02020603050405020304" pitchFamily="18" charset="0"/>
                      </a:endParaRPr>
                    </a:p>
                  </a:txBody>
                  <a:tcPr marL="24451" marR="24451" marT="24451" marB="24451" anchor="b"/>
                </a:tc>
                <a:tc>
                  <a:txBody>
                    <a:bodyPr/>
                    <a:lstStyle/>
                    <a:p>
                      <a:pPr marL="0" marR="0" algn="r">
                        <a:lnSpc>
                          <a:spcPct val="200000"/>
                        </a:lnSpc>
                        <a:spcBef>
                          <a:spcPts val="0"/>
                        </a:spcBef>
                        <a:spcAft>
                          <a:spcPts val="0"/>
                        </a:spcAft>
                      </a:pPr>
                      <a:r>
                        <a:rPr lang="en-US" sz="1200">
                          <a:effectLst/>
                        </a:rPr>
                        <a:t>0.0586</a:t>
                      </a:r>
                      <a:endParaRPr lang="en-US" sz="1200">
                        <a:effectLst/>
                        <a:latin typeface="+mn-lt"/>
                        <a:ea typeface="Times New Roman" panose="02020603050405020304" pitchFamily="18" charset="0"/>
                      </a:endParaRPr>
                    </a:p>
                  </a:txBody>
                  <a:tcPr marL="24451" marR="24451" marT="24451" marB="24451" anchor="b"/>
                </a:tc>
                <a:tc>
                  <a:txBody>
                    <a:bodyPr/>
                    <a:lstStyle/>
                    <a:p>
                      <a:pPr marL="0" marR="0" algn="r">
                        <a:lnSpc>
                          <a:spcPct val="200000"/>
                        </a:lnSpc>
                        <a:spcBef>
                          <a:spcPts val="0"/>
                        </a:spcBef>
                        <a:spcAft>
                          <a:spcPts val="0"/>
                        </a:spcAft>
                      </a:pPr>
                      <a:r>
                        <a:rPr lang="en-US" sz="1200">
                          <a:effectLst/>
                        </a:rPr>
                        <a:t>2.0587</a:t>
                      </a:r>
                      <a:endParaRPr lang="en-US" sz="1200">
                        <a:effectLst/>
                        <a:latin typeface="+mn-lt"/>
                        <a:ea typeface="Times New Roman" panose="02020603050405020304" pitchFamily="18" charset="0"/>
                      </a:endParaRPr>
                    </a:p>
                  </a:txBody>
                  <a:tcPr marL="24451" marR="24451" marT="24451" marB="24451" anchor="b"/>
                </a:tc>
                <a:tc>
                  <a:txBody>
                    <a:bodyPr/>
                    <a:lstStyle/>
                    <a:p>
                      <a:pPr marL="0" marR="0" algn="r">
                        <a:lnSpc>
                          <a:spcPct val="200000"/>
                        </a:lnSpc>
                        <a:spcBef>
                          <a:spcPts val="0"/>
                        </a:spcBef>
                        <a:spcAft>
                          <a:spcPts val="0"/>
                        </a:spcAft>
                      </a:pPr>
                      <a:r>
                        <a:rPr lang="en-US" sz="1000">
                          <a:effectLst/>
                        </a:rPr>
                        <a:t>14</a:t>
                      </a:r>
                      <a:endParaRPr lang="en-US" sz="1200">
                        <a:effectLst/>
                        <a:latin typeface="+mn-lt"/>
                        <a:ea typeface="Times New Roman" panose="02020603050405020304" pitchFamily="18" charset="0"/>
                      </a:endParaRPr>
                    </a:p>
                  </a:txBody>
                  <a:tcPr marL="24451" marR="24451" marT="24451" marB="24451" anchor="b"/>
                </a:tc>
                <a:tc>
                  <a:txBody>
                    <a:bodyPr/>
                    <a:lstStyle/>
                    <a:p>
                      <a:pPr marL="0" marR="0">
                        <a:lnSpc>
                          <a:spcPct val="200000"/>
                        </a:lnSpc>
                        <a:spcBef>
                          <a:spcPts val="0"/>
                        </a:spcBef>
                        <a:spcAft>
                          <a:spcPts val="0"/>
                        </a:spcAft>
                      </a:pPr>
                      <a:r>
                        <a:rPr lang="en-US" sz="1200" dirty="0">
                          <a:effectLst/>
                        </a:rPr>
                        <a:t>not quite statistically significant</a:t>
                      </a:r>
                      <a:endParaRPr lang="en-US" sz="1200" dirty="0">
                        <a:effectLst/>
                        <a:latin typeface="+mn-lt"/>
                        <a:ea typeface="Times New Roman" panose="02020603050405020304" pitchFamily="18" charset="0"/>
                      </a:endParaRPr>
                    </a:p>
                  </a:txBody>
                  <a:tcPr marL="24451" marR="24451" marT="24451" marB="24451" anchor="b"/>
                </a:tc>
                <a:extLst>
                  <a:ext uri="{0D108BD9-81ED-4DB2-BD59-A6C34878D82A}">
                    <a16:rowId xmlns:a16="http://schemas.microsoft.com/office/drawing/2014/main" val="3101253362"/>
                  </a:ext>
                </a:extLst>
              </a:tr>
            </a:tbl>
          </a:graphicData>
        </a:graphic>
      </p:graphicFrame>
    </p:spTree>
    <p:extLst>
      <p:ext uri="{BB962C8B-B14F-4D97-AF65-F5344CB8AC3E}">
        <p14:creationId xmlns:p14="http://schemas.microsoft.com/office/powerpoint/2010/main" val="895107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BA1BE3B1-FA32-6499-10E8-7D4DE1A8335E}"/>
              </a:ext>
            </a:extLst>
          </p:cNvPr>
          <p:cNvGraphicFramePr>
            <a:graphicFrameLocks noGrp="1"/>
          </p:cNvGraphicFramePr>
          <p:nvPr>
            <p:extLst>
              <p:ext uri="{D42A27DB-BD31-4B8C-83A1-F6EECF244321}">
                <p14:modId xmlns:p14="http://schemas.microsoft.com/office/powerpoint/2010/main" val="847346984"/>
              </p:ext>
            </p:extLst>
          </p:nvPr>
        </p:nvGraphicFramePr>
        <p:xfrm>
          <a:off x="2133250" y="952023"/>
          <a:ext cx="7925499" cy="4953953"/>
        </p:xfrm>
        <a:graphic>
          <a:graphicData uri="http://schemas.openxmlformats.org/drawingml/2006/table">
            <a:tbl>
              <a:tblPr firstRow="1" firstCol="1" bandRow="1">
                <a:tableStyleId>{2D5ABB26-0587-4C30-8999-92F81FD0307C}</a:tableStyleId>
              </a:tblPr>
              <a:tblGrid>
                <a:gridCol w="2641833">
                  <a:extLst>
                    <a:ext uri="{9D8B030D-6E8A-4147-A177-3AD203B41FA5}">
                      <a16:colId xmlns:a16="http://schemas.microsoft.com/office/drawing/2014/main" val="3433161002"/>
                    </a:ext>
                  </a:extLst>
                </a:gridCol>
                <a:gridCol w="2641833">
                  <a:extLst>
                    <a:ext uri="{9D8B030D-6E8A-4147-A177-3AD203B41FA5}">
                      <a16:colId xmlns:a16="http://schemas.microsoft.com/office/drawing/2014/main" val="3204624017"/>
                    </a:ext>
                  </a:extLst>
                </a:gridCol>
                <a:gridCol w="2641833">
                  <a:extLst>
                    <a:ext uri="{9D8B030D-6E8A-4147-A177-3AD203B41FA5}">
                      <a16:colId xmlns:a16="http://schemas.microsoft.com/office/drawing/2014/main" val="2413066153"/>
                    </a:ext>
                  </a:extLst>
                </a:gridCol>
              </a:tblGrid>
              <a:tr h="1157012">
                <a:tc>
                  <a:txBody>
                    <a:bodyPr/>
                    <a:lstStyle/>
                    <a:p>
                      <a:pPr marL="0" marR="0">
                        <a:lnSpc>
                          <a:spcPct val="115000"/>
                        </a:lnSpc>
                        <a:spcBef>
                          <a:spcPts val="0"/>
                        </a:spcBef>
                        <a:spcAft>
                          <a:spcPts val="0"/>
                        </a:spcAft>
                      </a:pPr>
                      <a:r>
                        <a:rPr lang="en-US" sz="800" dirty="0">
                          <a:effectLst/>
                        </a:rPr>
                        <a:t>Highly Statistically Significant Differences</a:t>
                      </a:r>
                      <a:endParaRPr lang="en-US" sz="800" dirty="0">
                        <a:effectLst/>
                        <a:latin typeface="Times New Roman" panose="02020603050405020304" pitchFamily="18" charset="0"/>
                        <a:ea typeface="Times New Roman" panose="02020603050405020304" pitchFamily="18" charset="0"/>
                      </a:endParaRPr>
                    </a:p>
                  </a:txBody>
                  <a:tcPr marL="19447" marR="19447" marT="12965" marB="12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15000"/>
                        </a:lnSpc>
                        <a:spcBef>
                          <a:spcPts val="0"/>
                        </a:spcBef>
                        <a:spcAft>
                          <a:spcPts val="0"/>
                        </a:spcAft>
                      </a:pPr>
                      <a:r>
                        <a:rPr lang="en-US" sz="800" dirty="0">
                          <a:effectLst/>
                        </a:rPr>
                        <a:t>FI&gt;FI, FI&gt;MI, FO&gt;MI</a:t>
                      </a:r>
                      <a:endParaRPr lang="en-US" sz="800" dirty="0">
                        <a:effectLst/>
                        <a:latin typeface="Times New Roman" panose="02020603050405020304" pitchFamily="18" charset="0"/>
                        <a:ea typeface="Times New Roman" panose="02020603050405020304" pitchFamily="18" charset="0"/>
                      </a:endParaRPr>
                    </a:p>
                  </a:txBody>
                  <a:tcPr marL="19447" marR="19447" marT="12965" marB="12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15000"/>
                        </a:lnSpc>
                        <a:spcBef>
                          <a:spcPts val="0"/>
                        </a:spcBef>
                        <a:spcAft>
                          <a:spcPts val="0"/>
                        </a:spcAft>
                      </a:pPr>
                      <a:r>
                        <a:rPr lang="en-US" sz="800" dirty="0">
                          <a:effectLst/>
                        </a:rPr>
                        <a:t>These conditions show extremely statistically significant differences with p-values well below the conventional significance level of 0.05. The large t-values (above 4) indicate a robust difference in pupil dilation between correct and incorrect responses, suggesting that participants reacted strongly to these specific image replacements.</a:t>
                      </a:r>
                      <a:endParaRPr lang="en-US" sz="800" dirty="0">
                        <a:effectLst/>
                        <a:latin typeface="Times New Roman" panose="02020603050405020304" pitchFamily="18" charset="0"/>
                        <a:ea typeface="Times New Roman" panose="02020603050405020304" pitchFamily="18" charset="0"/>
                      </a:endParaRPr>
                    </a:p>
                  </a:txBody>
                  <a:tcPr marL="19447" marR="19447" marT="12965" marB="12965"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31786420"/>
                  </a:ext>
                </a:extLst>
              </a:tr>
              <a:tr h="994057">
                <a:tc>
                  <a:txBody>
                    <a:bodyPr/>
                    <a:lstStyle/>
                    <a:p>
                      <a:pPr marL="0" marR="0">
                        <a:lnSpc>
                          <a:spcPct val="115000"/>
                        </a:lnSpc>
                        <a:spcBef>
                          <a:spcPts val="0"/>
                        </a:spcBef>
                        <a:spcAft>
                          <a:spcPts val="0"/>
                        </a:spcAft>
                      </a:pPr>
                      <a:r>
                        <a:rPr lang="en-US" sz="800" dirty="0">
                          <a:effectLst/>
                        </a:rPr>
                        <a:t>Statistically Significant Differences</a:t>
                      </a:r>
                      <a:endParaRPr lang="en-US" sz="800" dirty="0">
                        <a:effectLst/>
                        <a:latin typeface="Times New Roman" panose="02020603050405020304" pitchFamily="18" charset="0"/>
                        <a:ea typeface="Times New Roman" panose="02020603050405020304" pitchFamily="18" charset="0"/>
                      </a:endParaRPr>
                    </a:p>
                  </a:txBody>
                  <a:tcPr marL="19447" marR="19447" marT="12965" marB="12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15000"/>
                        </a:lnSpc>
                        <a:spcBef>
                          <a:spcPts val="0"/>
                        </a:spcBef>
                        <a:spcAft>
                          <a:spcPts val="0"/>
                        </a:spcAft>
                      </a:pPr>
                      <a:r>
                        <a:rPr lang="en-US" sz="800" dirty="0">
                          <a:effectLst/>
                        </a:rPr>
                        <a:t>FO&gt;FI, FO&gt;FO, MI&gt;FO</a:t>
                      </a:r>
                      <a:endParaRPr lang="en-US" sz="800" dirty="0">
                        <a:effectLst/>
                        <a:latin typeface="Times New Roman" panose="02020603050405020304" pitchFamily="18" charset="0"/>
                        <a:ea typeface="Times New Roman" panose="02020603050405020304" pitchFamily="18" charset="0"/>
                      </a:endParaRPr>
                    </a:p>
                  </a:txBody>
                  <a:tcPr marL="19447" marR="19447" marT="12965" marB="12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15000"/>
                        </a:lnSpc>
                        <a:spcBef>
                          <a:spcPts val="0"/>
                        </a:spcBef>
                        <a:spcAft>
                          <a:spcPts val="0"/>
                        </a:spcAft>
                      </a:pPr>
                      <a:r>
                        <a:rPr lang="en-US" sz="800">
                          <a:effectLst/>
                        </a:rPr>
                        <a:t>These conditions also show statistically significant differences with p-values less than 0.05 but greater than those in the highly significant category. The t-values are above 2 but below 4, suggesting a moderate difference in pupil dilation that participants could still reliably detect.</a:t>
                      </a:r>
                      <a:endParaRPr lang="en-US" sz="800">
                        <a:effectLst/>
                        <a:latin typeface="Times New Roman" panose="02020603050405020304" pitchFamily="18" charset="0"/>
                        <a:ea typeface="Times New Roman" panose="02020603050405020304" pitchFamily="18" charset="0"/>
                      </a:endParaRPr>
                    </a:p>
                  </a:txBody>
                  <a:tcPr marL="19447" marR="19447" marT="12965" marB="12965"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1543110"/>
                  </a:ext>
                </a:extLst>
              </a:tr>
              <a:tr h="1482919">
                <a:tc>
                  <a:txBody>
                    <a:bodyPr/>
                    <a:lstStyle/>
                    <a:p>
                      <a:pPr marL="0" marR="0">
                        <a:lnSpc>
                          <a:spcPct val="115000"/>
                        </a:lnSpc>
                        <a:spcBef>
                          <a:spcPts val="0"/>
                        </a:spcBef>
                        <a:spcAft>
                          <a:spcPts val="0"/>
                        </a:spcAft>
                      </a:pPr>
                      <a:r>
                        <a:rPr lang="en-US" sz="800">
                          <a:effectLst/>
                        </a:rPr>
                        <a:t>Not Statistically Significant</a:t>
                      </a:r>
                      <a:endParaRPr lang="en-US" sz="800">
                        <a:effectLst/>
                        <a:latin typeface="Times New Roman" panose="02020603050405020304" pitchFamily="18" charset="0"/>
                        <a:ea typeface="Times New Roman" panose="02020603050405020304" pitchFamily="18" charset="0"/>
                      </a:endParaRPr>
                    </a:p>
                  </a:txBody>
                  <a:tcPr marL="19447" marR="19447" marT="12965" marB="12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15000"/>
                        </a:lnSpc>
                        <a:spcBef>
                          <a:spcPts val="0"/>
                        </a:spcBef>
                        <a:spcAft>
                          <a:spcPts val="0"/>
                        </a:spcAft>
                      </a:pPr>
                      <a:r>
                        <a:rPr lang="en-US" sz="800" dirty="0">
                          <a:effectLst/>
                        </a:rPr>
                        <a:t>FI&gt;FO, MI&gt;FI</a:t>
                      </a:r>
                      <a:endParaRPr lang="en-US" sz="800" dirty="0">
                        <a:effectLst/>
                        <a:latin typeface="Times New Roman" panose="02020603050405020304" pitchFamily="18" charset="0"/>
                        <a:ea typeface="Times New Roman" panose="02020603050405020304" pitchFamily="18" charset="0"/>
                      </a:endParaRPr>
                    </a:p>
                  </a:txBody>
                  <a:tcPr marL="19447" marR="19447" marT="12965" marB="12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15000"/>
                        </a:lnSpc>
                        <a:spcBef>
                          <a:spcPts val="0"/>
                        </a:spcBef>
                        <a:spcAft>
                          <a:spcPts val="0"/>
                        </a:spcAft>
                      </a:pPr>
                      <a:r>
                        <a:rPr lang="en-US" sz="800">
                          <a:effectLst/>
                        </a:rPr>
                        <a:t>These conditions did not show statistically significant differences (p-values are above 0.05). The lower t-values (below 2) suggest that the changes in image replacement from Female Intellectual to Female Only, or Male Intellectual to Female Intellectual, did not impact pupil dilation markedly, indicating that participants might not perceive these replacements as distinct or challenging.</a:t>
                      </a:r>
                      <a:endParaRPr lang="en-US" sz="800">
                        <a:effectLst/>
                        <a:latin typeface="Times New Roman" panose="02020603050405020304" pitchFamily="18" charset="0"/>
                        <a:ea typeface="Times New Roman" panose="02020603050405020304" pitchFamily="18" charset="0"/>
                      </a:endParaRPr>
                    </a:p>
                  </a:txBody>
                  <a:tcPr marL="19447" marR="19447" marT="12965" marB="12965"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9140886"/>
                  </a:ext>
                </a:extLst>
              </a:tr>
              <a:tr h="1319965">
                <a:tc>
                  <a:txBody>
                    <a:bodyPr/>
                    <a:lstStyle/>
                    <a:p>
                      <a:pPr marL="0" marR="0">
                        <a:lnSpc>
                          <a:spcPct val="115000"/>
                        </a:lnSpc>
                        <a:spcBef>
                          <a:spcPts val="0"/>
                        </a:spcBef>
                        <a:spcAft>
                          <a:spcPts val="0"/>
                        </a:spcAft>
                      </a:pPr>
                      <a:r>
                        <a:rPr lang="en-US" sz="800">
                          <a:effectLst/>
                        </a:rPr>
                        <a:t>Borderline Cases</a:t>
                      </a:r>
                      <a:endParaRPr lang="en-US" sz="800">
                        <a:effectLst/>
                        <a:latin typeface="Times New Roman" panose="02020603050405020304" pitchFamily="18" charset="0"/>
                        <a:ea typeface="Times New Roman" panose="02020603050405020304" pitchFamily="18" charset="0"/>
                      </a:endParaRPr>
                    </a:p>
                  </a:txBody>
                  <a:tcPr marL="19447" marR="19447" marT="12965" marB="12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15000"/>
                        </a:lnSpc>
                        <a:spcBef>
                          <a:spcPts val="0"/>
                        </a:spcBef>
                        <a:spcAft>
                          <a:spcPts val="0"/>
                        </a:spcAft>
                      </a:pPr>
                      <a:r>
                        <a:rPr lang="en-US" sz="800">
                          <a:effectLst/>
                        </a:rPr>
                        <a:t>No Replacement</a:t>
                      </a:r>
                      <a:endParaRPr lang="en-US" sz="800">
                        <a:effectLst/>
                        <a:latin typeface="Times New Roman" panose="02020603050405020304" pitchFamily="18" charset="0"/>
                        <a:ea typeface="Times New Roman" panose="02020603050405020304" pitchFamily="18" charset="0"/>
                      </a:endParaRPr>
                    </a:p>
                  </a:txBody>
                  <a:tcPr marL="19447" marR="19447" marT="12965" marB="12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15000"/>
                        </a:lnSpc>
                        <a:spcBef>
                          <a:spcPts val="0"/>
                        </a:spcBef>
                        <a:spcAft>
                          <a:spcPts val="0"/>
                        </a:spcAft>
                      </a:pPr>
                      <a:r>
                        <a:rPr lang="en-US" sz="800" dirty="0">
                          <a:effectLst/>
                        </a:rPr>
                        <a:t>The condition where no image was replaced resulted in a p-value of 0.0586, which is just above the typical threshold for statistical significance (0.05). This suggests a trend toward significance, indicating that participants might have had some expectation of changes or were uncertain in trials without replacements, but this was not strong enough to be considered statistically significant.</a:t>
                      </a:r>
                      <a:endParaRPr lang="en-US" sz="800" dirty="0">
                        <a:effectLst/>
                        <a:latin typeface="Times New Roman" panose="02020603050405020304" pitchFamily="18" charset="0"/>
                        <a:ea typeface="Times New Roman" panose="02020603050405020304" pitchFamily="18" charset="0"/>
                      </a:endParaRPr>
                    </a:p>
                  </a:txBody>
                  <a:tcPr marL="19447" marR="19447" marT="12965" marB="12965"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17200106"/>
                  </a:ext>
                </a:extLst>
              </a:tr>
            </a:tbl>
          </a:graphicData>
        </a:graphic>
      </p:graphicFrame>
    </p:spTree>
    <p:extLst>
      <p:ext uri="{BB962C8B-B14F-4D97-AF65-F5344CB8AC3E}">
        <p14:creationId xmlns:p14="http://schemas.microsoft.com/office/powerpoint/2010/main" val="13017430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594B4ACD-9826-60AC-DB44-9F54110B0B68}"/>
              </a:ext>
            </a:extLst>
          </p:cNvPr>
          <p:cNvGraphicFramePr>
            <a:graphicFrameLocks noGrp="1"/>
          </p:cNvGraphicFramePr>
          <p:nvPr>
            <p:extLst>
              <p:ext uri="{D42A27DB-BD31-4B8C-83A1-F6EECF244321}">
                <p14:modId xmlns:p14="http://schemas.microsoft.com/office/powerpoint/2010/main" val="768987974"/>
              </p:ext>
            </p:extLst>
          </p:nvPr>
        </p:nvGraphicFramePr>
        <p:xfrm>
          <a:off x="907489" y="730175"/>
          <a:ext cx="3975528" cy="4392256"/>
        </p:xfrm>
        <a:graphic>
          <a:graphicData uri="http://schemas.openxmlformats.org/drawingml/2006/table">
            <a:tbl>
              <a:tblPr>
                <a:tableStyleId>{5C22544A-7EE6-4342-B048-85BDC9FD1C3A}</a:tableStyleId>
              </a:tblPr>
              <a:tblGrid>
                <a:gridCol w="496941">
                  <a:extLst>
                    <a:ext uri="{9D8B030D-6E8A-4147-A177-3AD203B41FA5}">
                      <a16:colId xmlns:a16="http://schemas.microsoft.com/office/drawing/2014/main" val="4283851413"/>
                    </a:ext>
                  </a:extLst>
                </a:gridCol>
                <a:gridCol w="496941">
                  <a:extLst>
                    <a:ext uri="{9D8B030D-6E8A-4147-A177-3AD203B41FA5}">
                      <a16:colId xmlns:a16="http://schemas.microsoft.com/office/drawing/2014/main" val="3382528132"/>
                    </a:ext>
                  </a:extLst>
                </a:gridCol>
                <a:gridCol w="496941">
                  <a:extLst>
                    <a:ext uri="{9D8B030D-6E8A-4147-A177-3AD203B41FA5}">
                      <a16:colId xmlns:a16="http://schemas.microsoft.com/office/drawing/2014/main" val="691588654"/>
                    </a:ext>
                  </a:extLst>
                </a:gridCol>
                <a:gridCol w="496941">
                  <a:extLst>
                    <a:ext uri="{9D8B030D-6E8A-4147-A177-3AD203B41FA5}">
                      <a16:colId xmlns:a16="http://schemas.microsoft.com/office/drawing/2014/main" val="2674889330"/>
                    </a:ext>
                  </a:extLst>
                </a:gridCol>
                <a:gridCol w="496941">
                  <a:extLst>
                    <a:ext uri="{9D8B030D-6E8A-4147-A177-3AD203B41FA5}">
                      <a16:colId xmlns:a16="http://schemas.microsoft.com/office/drawing/2014/main" val="583474667"/>
                    </a:ext>
                  </a:extLst>
                </a:gridCol>
                <a:gridCol w="496941">
                  <a:extLst>
                    <a:ext uri="{9D8B030D-6E8A-4147-A177-3AD203B41FA5}">
                      <a16:colId xmlns:a16="http://schemas.microsoft.com/office/drawing/2014/main" val="350866903"/>
                    </a:ext>
                  </a:extLst>
                </a:gridCol>
                <a:gridCol w="496941">
                  <a:extLst>
                    <a:ext uri="{9D8B030D-6E8A-4147-A177-3AD203B41FA5}">
                      <a16:colId xmlns:a16="http://schemas.microsoft.com/office/drawing/2014/main" val="1635363624"/>
                    </a:ext>
                  </a:extLst>
                </a:gridCol>
                <a:gridCol w="496941">
                  <a:extLst>
                    <a:ext uri="{9D8B030D-6E8A-4147-A177-3AD203B41FA5}">
                      <a16:colId xmlns:a16="http://schemas.microsoft.com/office/drawing/2014/main" val="44732020"/>
                    </a:ext>
                  </a:extLst>
                </a:gridCol>
              </a:tblGrid>
              <a:tr h="730673">
                <a:tc>
                  <a:txBody>
                    <a:bodyPr/>
                    <a:lstStyle/>
                    <a:p>
                      <a:pPr marL="0" marR="0">
                        <a:lnSpc>
                          <a:spcPct val="200000"/>
                        </a:lnSpc>
                        <a:spcBef>
                          <a:spcPts val="0"/>
                        </a:spcBef>
                        <a:spcAft>
                          <a:spcPts val="0"/>
                        </a:spcAft>
                      </a:pPr>
                      <a:r>
                        <a:rPr lang="en-US" sz="700">
                          <a:effectLst/>
                        </a:rPr>
                        <a:t>Participant</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gn="ctr">
                        <a:lnSpc>
                          <a:spcPct val="200000"/>
                        </a:lnSpc>
                        <a:spcBef>
                          <a:spcPts val="0"/>
                        </a:spcBef>
                        <a:spcAft>
                          <a:spcPts val="0"/>
                        </a:spcAft>
                      </a:pPr>
                      <a:r>
                        <a:rPr lang="en-US" sz="800">
                          <a:effectLst/>
                        </a:rPr>
                        <a:t>replacement_condition</a:t>
                      </a:r>
                      <a:endParaRPr lang="en-US" sz="800">
                        <a:effectLst/>
                        <a:latin typeface="Times New Roman" panose="02020603050405020304" pitchFamily="18" charset="0"/>
                        <a:ea typeface="Times New Roman" panose="02020603050405020304" pitchFamily="18" charset="0"/>
                      </a:endParaRPr>
                    </a:p>
                  </a:txBody>
                  <a:tcPr marL="16989" marR="16989" marT="16989" marB="16989"/>
                </a:tc>
                <a:tc>
                  <a:txBody>
                    <a:bodyPr/>
                    <a:lstStyle/>
                    <a:p>
                      <a:pPr marL="0" marR="0" algn="ctr">
                        <a:lnSpc>
                          <a:spcPct val="200000"/>
                        </a:lnSpc>
                        <a:spcBef>
                          <a:spcPts val="0"/>
                        </a:spcBef>
                        <a:spcAft>
                          <a:spcPts val="0"/>
                        </a:spcAft>
                      </a:pPr>
                      <a:r>
                        <a:rPr lang="en-US" sz="800">
                          <a:effectLst/>
                        </a:rPr>
                        <a:t>user_C_response</a:t>
                      </a:r>
                      <a:endParaRPr lang="en-US" sz="800">
                        <a:effectLst/>
                        <a:latin typeface="Times New Roman" panose="02020603050405020304" pitchFamily="18" charset="0"/>
                        <a:ea typeface="Times New Roman" panose="02020603050405020304" pitchFamily="18" charset="0"/>
                      </a:endParaRPr>
                    </a:p>
                  </a:txBody>
                  <a:tcPr marL="16989" marR="16989" marT="16989" marB="16989"/>
                </a:tc>
                <a:tc>
                  <a:txBody>
                    <a:bodyPr/>
                    <a:lstStyle/>
                    <a:p>
                      <a:pPr marL="0" marR="0" algn="ctr">
                        <a:lnSpc>
                          <a:spcPct val="200000"/>
                        </a:lnSpc>
                        <a:spcBef>
                          <a:spcPts val="0"/>
                        </a:spcBef>
                        <a:spcAft>
                          <a:spcPts val="0"/>
                        </a:spcAft>
                      </a:pPr>
                      <a:r>
                        <a:rPr lang="en-US" sz="800">
                          <a:effectLst/>
                        </a:rPr>
                        <a:t>user_I_response</a:t>
                      </a:r>
                      <a:endParaRPr lang="en-US" sz="800">
                        <a:effectLst/>
                        <a:latin typeface="Times New Roman" panose="02020603050405020304" pitchFamily="18" charset="0"/>
                        <a:ea typeface="Times New Roman" panose="02020603050405020304" pitchFamily="18" charset="0"/>
                      </a:endParaRPr>
                    </a:p>
                  </a:txBody>
                  <a:tcPr marL="16989" marR="16989" marT="16989" marB="16989"/>
                </a:tc>
                <a:tc>
                  <a:txBody>
                    <a:bodyPr/>
                    <a:lstStyle/>
                    <a:p>
                      <a:pPr marL="0" marR="0" algn="ctr">
                        <a:lnSpc>
                          <a:spcPct val="200000"/>
                        </a:lnSpc>
                        <a:spcBef>
                          <a:spcPts val="0"/>
                        </a:spcBef>
                        <a:spcAft>
                          <a:spcPts val="0"/>
                        </a:spcAft>
                      </a:pPr>
                      <a:r>
                        <a:rPr lang="en-US" sz="800" dirty="0" err="1">
                          <a:effectLst/>
                        </a:rPr>
                        <a:t>Right_RT</a:t>
                      </a:r>
                      <a:endParaRPr lang="en-US" sz="800" dirty="0">
                        <a:effectLst/>
                        <a:latin typeface="Times New Roman" panose="02020603050405020304" pitchFamily="18" charset="0"/>
                        <a:ea typeface="Times New Roman" panose="02020603050405020304" pitchFamily="18" charset="0"/>
                      </a:endParaRPr>
                    </a:p>
                  </a:txBody>
                  <a:tcPr marL="16989" marR="16989" marT="16989" marB="16989"/>
                </a:tc>
                <a:tc>
                  <a:txBody>
                    <a:bodyPr/>
                    <a:lstStyle/>
                    <a:p>
                      <a:pPr marL="0" marR="0" algn="ctr">
                        <a:lnSpc>
                          <a:spcPct val="200000"/>
                        </a:lnSpc>
                        <a:spcBef>
                          <a:spcPts val="0"/>
                        </a:spcBef>
                        <a:spcAft>
                          <a:spcPts val="0"/>
                        </a:spcAft>
                      </a:pPr>
                      <a:r>
                        <a:rPr lang="en-US" sz="800">
                          <a:effectLst/>
                        </a:rPr>
                        <a:t>Wrong_RT</a:t>
                      </a:r>
                      <a:endParaRPr lang="en-US" sz="800">
                        <a:effectLst/>
                        <a:latin typeface="Times New Roman" panose="02020603050405020304" pitchFamily="18" charset="0"/>
                        <a:ea typeface="Times New Roman" panose="02020603050405020304" pitchFamily="18" charset="0"/>
                      </a:endParaRPr>
                    </a:p>
                  </a:txBody>
                  <a:tcPr marL="16989" marR="16989" marT="16989" marB="16989"/>
                </a:tc>
                <a:tc>
                  <a:txBody>
                    <a:bodyPr/>
                    <a:lstStyle/>
                    <a:p>
                      <a:pPr marL="0" marR="0" algn="ctr">
                        <a:lnSpc>
                          <a:spcPct val="200000"/>
                        </a:lnSpc>
                        <a:spcBef>
                          <a:spcPts val="0"/>
                        </a:spcBef>
                        <a:spcAft>
                          <a:spcPts val="0"/>
                        </a:spcAft>
                      </a:pPr>
                      <a:r>
                        <a:rPr lang="en-US" sz="800">
                          <a:effectLst/>
                        </a:rPr>
                        <a:t>mean__C_pupil</a:t>
                      </a:r>
                      <a:endParaRPr lang="en-US" sz="800">
                        <a:effectLst/>
                        <a:latin typeface="Times New Roman" panose="02020603050405020304" pitchFamily="18" charset="0"/>
                        <a:ea typeface="Times New Roman" panose="02020603050405020304" pitchFamily="18" charset="0"/>
                      </a:endParaRPr>
                    </a:p>
                  </a:txBody>
                  <a:tcPr marL="16989" marR="16989" marT="16989" marB="16989"/>
                </a:tc>
                <a:tc>
                  <a:txBody>
                    <a:bodyPr/>
                    <a:lstStyle/>
                    <a:p>
                      <a:pPr marL="0" marR="0" algn="ctr">
                        <a:lnSpc>
                          <a:spcPct val="200000"/>
                        </a:lnSpc>
                        <a:spcBef>
                          <a:spcPts val="0"/>
                        </a:spcBef>
                        <a:spcAft>
                          <a:spcPts val="0"/>
                        </a:spcAft>
                      </a:pPr>
                      <a:r>
                        <a:rPr lang="en-US" sz="800">
                          <a:effectLst/>
                        </a:rPr>
                        <a:t>mean__I_pupil</a:t>
                      </a:r>
                      <a:endParaRPr lang="en-US" sz="800">
                        <a:effectLst/>
                        <a:latin typeface="Times New Roman" panose="02020603050405020304" pitchFamily="18" charset="0"/>
                        <a:ea typeface="Times New Roman" panose="02020603050405020304" pitchFamily="18" charset="0"/>
                      </a:endParaRPr>
                    </a:p>
                  </a:txBody>
                  <a:tcPr marL="16989" marR="16989" marT="16989" marB="16989"/>
                </a:tc>
                <a:extLst>
                  <a:ext uri="{0D108BD9-81ED-4DB2-BD59-A6C34878D82A}">
                    <a16:rowId xmlns:a16="http://schemas.microsoft.com/office/drawing/2014/main" val="3887604574"/>
                  </a:ext>
                </a:extLst>
              </a:tr>
              <a:tr h="241378">
                <a:tc>
                  <a:txBody>
                    <a:bodyPr/>
                    <a:lstStyle/>
                    <a:p>
                      <a:pPr marL="0" marR="0">
                        <a:lnSpc>
                          <a:spcPct val="200000"/>
                        </a:lnSpc>
                        <a:spcBef>
                          <a:spcPts val="0"/>
                        </a:spcBef>
                        <a:spcAft>
                          <a:spcPts val="0"/>
                        </a:spcAft>
                      </a:pPr>
                      <a:r>
                        <a:rPr lang="en-US" sz="700">
                          <a:effectLst/>
                        </a:rPr>
                        <a:t>P1</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nSpc>
                          <a:spcPct val="200000"/>
                        </a:lnSpc>
                        <a:spcBef>
                          <a:spcPts val="0"/>
                        </a:spcBef>
                        <a:spcAft>
                          <a:spcPts val="0"/>
                        </a:spcAft>
                      </a:pPr>
                      <a:r>
                        <a:rPr lang="en-US" sz="800">
                          <a:effectLst/>
                        </a:rPr>
                        <a:t>FI&gt;MI</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gn="r">
                        <a:lnSpc>
                          <a:spcPct val="200000"/>
                        </a:lnSpc>
                        <a:spcBef>
                          <a:spcPts val="0"/>
                        </a:spcBef>
                        <a:spcAft>
                          <a:spcPts val="0"/>
                        </a:spcAft>
                      </a:pPr>
                      <a:r>
                        <a:rPr lang="en-US" sz="700">
                          <a:effectLst/>
                        </a:rPr>
                        <a:t>3</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gn="r">
                        <a:lnSpc>
                          <a:spcPct val="200000"/>
                        </a:lnSpc>
                        <a:spcBef>
                          <a:spcPts val="0"/>
                        </a:spcBef>
                        <a:spcAft>
                          <a:spcPts val="0"/>
                        </a:spcAft>
                      </a:pPr>
                      <a:r>
                        <a:rPr lang="en-US" sz="700">
                          <a:effectLst/>
                        </a:rPr>
                        <a:t>0</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gn="r">
                        <a:lnSpc>
                          <a:spcPct val="200000"/>
                        </a:lnSpc>
                        <a:spcBef>
                          <a:spcPts val="0"/>
                        </a:spcBef>
                        <a:spcAft>
                          <a:spcPts val="0"/>
                        </a:spcAft>
                      </a:pPr>
                      <a:r>
                        <a:rPr lang="en-US" sz="800">
                          <a:effectLst/>
                        </a:rPr>
                        <a:t>0.829</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gn="r">
                        <a:lnSpc>
                          <a:spcPct val="200000"/>
                        </a:lnSpc>
                        <a:spcBef>
                          <a:spcPts val="0"/>
                        </a:spcBef>
                        <a:spcAft>
                          <a:spcPts val="0"/>
                        </a:spcAft>
                      </a:pPr>
                      <a:r>
                        <a:rPr lang="en-US" sz="800">
                          <a:effectLst/>
                        </a:rPr>
                        <a:t>0.000</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gn="r">
                        <a:lnSpc>
                          <a:spcPct val="200000"/>
                        </a:lnSpc>
                        <a:spcBef>
                          <a:spcPts val="0"/>
                        </a:spcBef>
                        <a:spcAft>
                          <a:spcPts val="0"/>
                        </a:spcAft>
                      </a:pPr>
                      <a:r>
                        <a:rPr lang="en-US" sz="800">
                          <a:effectLst/>
                        </a:rPr>
                        <a:t>4.187</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gn="r">
                        <a:lnSpc>
                          <a:spcPct val="200000"/>
                        </a:lnSpc>
                        <a:spcBef>
                          <a:spcPts val="0"/>
                        </a:spcBef>
                        <a:spcAft>
                          <a:spcPts val="0"/>
                        </a:spcAft>
                      </a:pPr>
                      <a:r>
                        <a:rPr lang="en-US" sz="700">
                          <a:effectLst/>
                        </a:rPr>
                        <a:t>0.000</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extLst>
                  <a:ext uri="{0D108BD9-81ED-4DB2-BD59-A6C34878D82A}">
                    <a16:rowId xmlns:a16="http://schemas.microsoft.com/office/drawing/2014/main" val="3569791515"/>
                  </a:ext>
                </a:extLst>
              </a:tr>
              <a:tr h="241378">
                <a:tc>
                  <a:txBody>
                    <a:bodyPr/>
                    <a:lstStyle/>
                    <a:p>
                      <a:pPr marL="0" marR="0">
                        <a:lnSpc>
                          <a:spcPct val="200000"/>
                        </a:lnSpc>
                        <a:spcBef>
                          <a:spcPts val="0"/>
                        </a:spcBef>
                        <a:spcAft>
                          <a:spcPts val="0"/>
                        </a:spcAft>
                      </a:pPr>
                      <a:r>
                        <a:rPr lang="en-US" sz="700">
                          <a:effectLst/>
                        </a:rPr>
                        <a:t>P2</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nSpc>
                          <a:spcPct val="200000"/>
                        </a:lnSpc>
                        <a:spcBef>
                          <a:spcPts val="0"/>
                        </a:spcBef>
                        <a:spcAft>
                          <a:spcPts val="0"/>
                        </a:spcAft>
                      </a:pPr>
                      <a:r>
                        <a:rPr lang="en-US" sz="800">
                          <a:effectLst/>
                        </a:rPr>
                        <a:t>FI&gt;MI</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gn="r">
                        <a:lnSpc>
                          <a:spcPct val="200000"/>
                        </a:lnSpc>
                        <a:spcBef>
                          <a:spcPts val="0"/>
                        </a:spcBef>
                        <a:spcAft>
                          <a:spcPts val="0"/>
                        </a:spcAft>
                      </a:pPr>
                      <a:r>
                        <a:rPr lang="en-US" sz="700">
                          <a:effectLst/>
                        </a:rPr>
                        <a:t>2</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gn="r">
                        <a:lnSpc>
                          <a:spcPct val="200000"/>
                        </a:lnSpc>
                        <a:spcBef>
                          <a:spcPts val="0"/>
                        </a:spcBef>
                        <a:spcAft>
                          <a:spcPts val="0"/>
                        </a:spcAft>
                      </a:pPr>
                      <a:r>
                        <a:rPr lang="en-US" sz="700">
                          <a:effectLst/>
                        </a:rPr>
                        <a:t>1</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gn="r">
                        <a:lnSpc>
                          <a:spcPct val="200000"/>
                        </a:lnSpc>
                        <a:spcBef>
                          <a:spcPts val="0"/>
                        </a:spcBef>
                        <a:spcAft>
                          <a:spcPts val="0"/>
                        </a:spcAft>
                      </a:pPr>
                      <a:r>
                        <a:rPr lang="en-US" sz="800">
                          <a:effectLst/>
                        </a:rPr>
                        <a:t>0.771</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gn="r">
                        <a:lnSpc>
                          <a:spcPct val="200000"/>
                        </a:lnSpc>
                        <a:spcBef>
                          <a:spcPts val="0"/>
                        </a:spcBef>
                        <a:spcAft>
                          <a:spcPts val="0"/>
                        </a:spcAft>
                      </a:pPr>
                      <a:r>
                        <a:rPr lang="en-US" sz="800">
                          <a:effectLst/>
                        </a:rPr>
                        <a:t>0.702</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gn="r">
                        <a:lnSpc>
                          <a:spcPct val="200000"/>
                        </a:lnSpc>
                        <a:spcBef>
                          <a:spcPts val="0"/>
                        </a:spcBef>
                        <a:spcAft>
                          <a:spcPts val="0"/>
                        </a:spcAft>
                      </a:pPr>
                      <a:r>
                        <a:rPr lang="en-US" sz="800">
                          <a:effectLst/>
                        </a:rPr>
                        <a:t>3.401</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gn="r">
                        <a:lnSpc>
                          <a:spcPct val="200000"/>
                        </a:lnSpc>
                        <a:spcBef>
                          <a:spcPts val="0"/>
                        </a:spcBef>
                        <a:spcAft>
                          <a:spcPts val="0"/>
                        </a:spcAft>
                      </a:pPr>
                      <a:r>
                        <a:rPr lang="en-US" sz="700">
                          <a:effectLst/>
                        </a:rPr>
                        <a:t>3.470</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extLst>
                  <a:ext uri="{0D108BD9-81ED-4DB2-BD59-A6C34878D82A}">
                    <a16:rowId xmlns:a16="http://schemas.microsoft.com/office/drawing/2014/main" val="4223434333"/>
                  </a:ext>
                </a:extLst>
              </a:tr>
              <a:tr h="241378">
                <a:tc>
                  <a:txBody>
                    <a:bodyPr/>
                    <a:lstStyle/>
                    <a:p>
                      <a:pPr marL="0" marR="0">
                        <a:lnSpc>
                          <a:spcPct val="200000"/>
                        </a:lnSpc>
                        <a:spcBef>
                          <a:spcPts val="0"/>
                        </a:spcBef>
                        <a:spcAft>
                          <a:spcPts val="0"/>
                        </a:spcAft>
                      </a:pPr>
                      <a:r>
                        <a:rPr lang="en-US" sz="700">
                          <a:effectLst/>
                        </a:rPr>
                        <a:t>P3</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nSpc>
                          <a:spcPct val="200000"/>
                        </a:lnSpc>
                        <a:spcBef>
                          <a:spcPts val="0"/>
                        </a:spcBef>
                        <a:spcAft>
                          <a:spcPts val="0"/>
                        </a:spcAft>
                      </a:pPr>
                      <a:r>
                        <a:rPr lang="en-US" sz="800">
                          <a:effectLst/>
                        </a:rPr>
                        <a:t>FI&gt;MI</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gn="r">
                        <a:lnSpc>
                          <a:spcPct val="200000"/>
                        </a:lnSpc>
                        <a:spcBef>
                          <a:spcPts val="0"/>
                        </a:spcBef>
                        <a:spcAft>
                          <a:spcPts val="0"/>
                        </a:spcAft>
                      </a:pPr>
                      <a:r>
                        <a:rPr lang="en-US" sz="700">
                          <a:effectLst/>
                        </a:rPr>
                        <a:t>3</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gn="r">
                        <a:lnSpc>
                          <a:spcPct val="200000"/>
                        </a:lnSpc>
                        <a:spcBef>
                          <a:spcPts val="0"/>
                        </a:spcBef>
                        <a:spcAft>
                          <a:spcPts val="0"/>
                        </a:spcAft>
                      </a:pPr>
                      <a:r>
                        <a:rPr lang="en-US" sz="700">
                          <a:effectLst/>
                        </a:rPr>
                        <a:t>0</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gn="r">
                        <a:lnSpc>
                          <a:spcPct val="200000"/>
                        </a:lnSpc>
                        <a:spcBef>
                          <a:spcPts val="0"/>
                        </a:spcBef>
                        <a:spcAft>
                          <a:spcPts val="0"/>
                        </a:spcAft>
                      </a:pPr>
                      <a:r>
                        <a:rPr lang="en-US" sz="800">
                          <a:effectLst/>
                        </a:rPr>
                        <a:t>0.913</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gn="r">
                        <a:lnSpc>
                          <a:spcPct val="200000"/>
                        </a:lnSpc>
                        <a:spcBef>
                          <a:spcPts val="0"/>
                        </a:spcBef>
                        <a:spcAft>
                          <a:spcPts val="0"/>
                        </a:spcAft>
                      </a:pPr>
                      <a:r>
                        <a:rPr lang="en-US" sz="800">
                          <a:effectLst/>
                        </a:rPr>
                        <a:t>0.000</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gn="r">
                        <a:lnSpc>
                          <a:spcPct val="200000"/>
                        </a:lnSpc>
                        <a:spcBef>
                          <a:spcPts val="0"/>
                        </a:spcBef>
                        <a:spcAft>
                          <a:spcPts val="0"/>
                        </a:spcAft>
                      </a:pPr>
                      <a:r>
                        <a:rPr lang="en-US" sz="800">
                          <a:effectLst/>
                        </a:rPr>
                        <a:t>3.809</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gn="r">
                        <a:lnSpc>
                          <a:spcPct val="200000"/>
                        </a:lnSpc>
                        <a:spcBef>
                          <a:spcPts val="0"/>
                        </a:spcBef>
                        <a:spcAft>
                          <a:spcPts val="0"/>
                        </a:spcAft>
                      </a:pPr>
                      <a:r>
                        <a:rPr lang="en-US" sz="700">
                          <a:effectLst/>
                        </a:rPr>
                        <a:t>0.000</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extLst>
                  <a:ext uri="{0D108BD9-81ED-4DB2-BD59-A6C34878D82A}">
                    <a16:rowId xmlns:a16="http://schemas.microsoft.com/office/drawing/2014/main" val="2597568420"/>
                  </a:ext>
                </a:extLst>
              </a:tr>
              <a:tr h="241378">
                <a:tc>
                  <a:txBody>
                    <a:bodyPr/>
                    <a:lstStyle/>
                    <a:p>
                      <a:pPr marL="0" marR="0">
                        <a:lnSpc>
                          <a:spcPct val="200000"/>
                        </a:lnSpc>
                        <a:spcBef>
                          <a:spcPts val="0"/>
                        </a:spcBef>
                        <a:spcAft>
                          <a:spcPts val="0"/>
                        </a:spcAft>
                      </a:pPr>
                      <a:r>
                        <a:rPr lang="en-US" sz="700">
                          <a:effectLst/>
                        </a:rPr>
                        <a:t>P4</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nSpc>
                          <a:spcPct val="200000"/>
                        </a:lnSpc>
                        <a:spcBef>
                          <a:spcPts val="0"/>
                        </a:spcBef>
                        <a:spcAft>
                          <a:spcPts val="0"/>
                        </a:spcAft>
                      </a:pPr>
                      <a:r>
                        <a:rPr lang="en-US" sz="800">
                          <a:effectLst/>
                        </a:rPr>
                        <a:t>FI&gt;MI</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gn="r">
                        <a:lnSpc>
                          <a:spcPct val="200000"/>
                        </a:lnSpc>
                        <a:spcBef>
                          <a:spcPts val="0"/>
                        </a:spcBef>
                        <a:spcAft>
                          <a:spcPts val="0"/>
                        </a:spcAft>
                      </a:pPr>
                      <a:r>
                        <a:rPr lang="en-US" sz="700">
                          <a:effectLst/>
                        </a:rPr>
                        <a:t>1</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gn="r">
                        <a:lnSpc>
                          <a:spcPct val="200000"/>
                        </a:lnSpc>
                        <a:spcBef>
                          <a:spcPts val="0"/>
                        </a:spcBef>
                        <a:spcAft>
                          <a:spcPts val="0"/>
                        </a:spcAft>
                      </a:pPr>
                      <a:r>
                        <a:rPr lang="en-US" sz="700">
                          <a:effectLst/>
                        </a:rPr>
                        <a:t>2</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gn="r">
                        <a:lnSpc>
                          <a:spcPct val="200000"/>
                        </a:lnSpc>
                        <a:spcBef>
                          <a:spcPts val="0"/>
                        </a:spcBef>
                        <a:spcAft>
                          <a:spcPts val="0"/>
                        </a:spcAft>
                      </a:pPr>
                      <a:r>
                        <a:rPr lang="en-US" sz="800">
                          <a:effectLst/>
                        </a:rPr>
                        <a:t>1.111</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gn="r">
                        <a:lnSpc>
                          <a:spcPct val="200000"/>
                        </a:lnSpc>
                        <a:spcBef>
                          <a:spcPts val="0"/>
                        </a:spcBef>
                        <a:spcAft>
                          <a:spcPts val="0"/>
                        </a:spcAft>
                      </a:pPr>
                      <a:r>
                        <a:rPr lang="en-US" sz="800">
                          <a:effectLst/>
                        </a:rPr>
                        <a:t>0.897</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gn="r">
                        <a:lnSpc>
                          <a:spcPct val="200000"/>
                        </a:lnSpc>
                        <a:spcBef>
                          <a:spcPts val="0"/>
                        </a:spcBef>
                        <a:spcAft>
                          <a:spcPts val="0"/>
                        </a:spcAft>
                      </a:pPr>
                      <a:r>
                        <a:rPr lang="en-US" sz="800">
                          <a:effectLst/>
                        </a:rPr>
                        <a:t>3.040</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gn="r">
                        <a:lnSpc>
                          <a:spcPct val="200000"/>
                        </a:lnSpc>
                        <a:spcBef>
                          <a:spcPts val="0"/>
                        </a:spcBef>
                        <a:spcAft>
                          <a:spcPts val="0"/>
                        </a:spcAft>
                      </a:pPr>
                      <a:r>
                        <a:rPr lang="en-US" sz="700">
                          <a:effectLst/>
                        </a:rPr>
                        <a:t>3.166</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extLst>
                  <a:ext uri="{0D108BD9-81ED-4DB2-BD59-A6C34878D82A}">
                    <a16:rowId xmlns:a16="http://schemas.microsoft.com/office/drawing/2014/main" val="3721298332"/>
                  </a:ext>
                </a:extLst>
              </a:tr>
              <a:tr h="241378">
                <a:tc>
                  <a:txBody>
                    <a:bodyPr/>
                    <a:lstStyle/>
                    <a:p>
                      <a:pPr marL="0" marR="0">
                        <a:lnSpc>
                          <a:spcPct val="200000"/>
                        </a:lnSpc>
                        <a:spcBef>
                          <a:spcPts val="0"/>
                        </a:spcBef>
                        <a:spcAft>
                          <a:spcPts val="0"/>
                        </a:spcAft>
                      </a:pPr>
                      <a:r>
                        <a:rPr lang="en-US" sz="700">
                          <a:effectLst/>
                        </a:rPr>
                        <a:t>P5</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nSpc>
                          <a:spcPct val="200000"/>
                        </a:lnSpc>
                        <a:spcBef>
                          <a:spcPts val="0"/>
                        </a:spcBef>
                        <a:spcAft>
                          <a:spcPts val="0"/>
                        </a:spcAft>
                      </a:pPr>
                      <a:r>
                        <a:rPr lang="en-US" sz="800">
                          <a:effectLst/>
                        </a:rPr>
                        <a:t>FI&gt;MI</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gn="r">
                        <a:lnSpc>
                          <a:spcPct val="200000"/>
                        </a:lnSpc>
                        <a:spcBef>
                          <a:spcPts val="0"/>
                        </a:spcBef>
                        <a:spcAft>
                          <a:spcPts val="0"/>
                        </a:spcAft>
                      </a:pPr>
                      <a:r>
                        <a:rPr lang="en-US" sz="700">
                          <a:effectLst/>
                        </a:rPr>
                        <a:t>3</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gn="r">
                        <a:lnSpc>
                          <a:spcPct val="200000"/>
                        </a:lnSpc>
                        <a:spcBef>
                          <a:spcPts val="0"/>
                        </a:spcBef>
                        <a:spcAft>
                          <a:spcPts val="0"/>
                        </a:spcAft>
                      </a:pPr>
                      <a:r>
                        <a:rPr lang="en-US" sz="700">
                          <a:effectLst/>
                        </a:rPr>
                        <a:t>0</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gn="r">
                        <a:lnSpc>
                          <a:spcPct val="200000"/>
                        </a:lnSpc>
                        <a:spcBef>
                          <a:spcPts val="0"/>
                        </a:spcBef>
                        <a:spcAft>
                          <a:spcPts val="0"/>
                        </a:spcAft>
                      </a:pPr>
                      <a:r>
                        <a:rPr lang="en-US" sz="800">
                          <a:effectLst/>
                        </a:rPr>
                        <a:t>0.613</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gn="r">
                        <a:lnSpc>
                          <a:spcPct val="200000"/>
                        </a:lnSpc>
                        <a:spcBef>
                          <a:spcPts val="0"/>
                        </a:spcBef>
                        <a:spcAft>
                          <a:spcPts val="0"/>
                        </a:spcAft>
                      </a:pPr>
                      <a:r>
                        <a:rPr lang="en-US" sz="800">
                          <a:effectLst/>
                        </a:rPr>
                        <a:t>0.000</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gn="r">
                        <a:lnSpc>
                          <a:spcPct val="200000"/>
                        </a:lnSpc>
                        <a:spcBef>
                          <a:spcPts val="0"/>
                        </a:spcBef>
                        <a:spcAft>
                          <a:spcPts val="0"/>
                        </a:spcAft>
                      </a:pPr>
                      <a:r>
                        <a:rPr lang="en-US" sz="800">
                          <a:effectLst/>
                        </a:rPr>
                        <a:t>2.743</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gn="r">
                        <a:lnSpc>
                          <a:spcPct val="200000"/>
                        </a:lnSpc>
                        <a:spcBef>
                          <a:spcPts val="0"/>
                        </a:spcBef>
                        <a:spcAft>
                          <a:spcPts val="0"/>
                        </a:spcAft>
                      </a:pPr>
                      <a:r>
                        <a:rPr lang="en-US" sz="700">
                          <a:effectLst/>
                        </a:rPr>
                        <a:t>0.000</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extLst>
                  <a:ext uri="{0D108BD9-81ED-4DB2-BD59-A6C34878D82A}">
                    <a16:rowId xmlns:a16="http://schemas.microsoft.com/office/drawing/2014/main" val="3776691043"/>
                  </a:ext>
                </a:extLst>
              </a:tr>
              <a:tr h="241378">
                <a:tc>
                  <a:txBody>
                    <a:bodyPr/>
                    <a:lstStyle/>
                    <a:p>
                      <a:pPr marL="0" marR="0">
                        <a:lnSpc>
                          <a:spcPct val="200000"/>
                        </a:lnSpc>
                        <a:spcBef>
                          <a:spcPts val="0"/>
                        </a:spcBef>
                        <a:spcAft>
                          <a:spcPts val="0"/>
                        </a:spcAft>
                      </a:pPr>
                      <a:r>
                        <a:rPr lang="en-US" sz="700">
                          <a:effectLst/>
                        </a:rPr>
                        <a:t>P6</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nSpc>
                          <a:spcPct val="200000"/>
                        </a:lnSpc>
                        <a:spcBef>
                          <a:spcPts val="0"/>
                        </a:spcBef>
                        <a:spcAft>
                          <a:spcPts val="0"/>
                        </a:spcAft>
                      </a:pPr>
                      <a:r>
                        <a:rPr lang="en-US" sz="800">
                          <a:effectLst/>
                        </a:rPr>
                        <a:t>FI&gt;MI</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gn="r">
                        <a:lnSpc>
                          <a:spcPct val="200000"/>
                        </a:lnSpc>
                        <a:spcBef>
                          <a:spcPts val="0"/>
                        </a:spcBef>
                        <a:spcAft>
                          <a:spcPts val="0"/>
                        </a:spcAft>
                      </a:pPr>
                      <a:r>
                        <a:rPr lang="en-US" sz="700">
                          <a:effectLst/>
                        </a:rPr>
                        <a:t>3</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gn="r">
                        <a:lnSpc>
                          <a:spcPct val="200000"/>
                        </a:lnSpc>
                        <a:spcBef>
                          <a:spcPts val="0"/>
                        </a:spcBef>
                        <a:spcAft>
                          <a:spcPts val="0"/>
                        </a:spcAft>
                      </a:pPr>
                      <a:r>
                        <a:rPr lang="en-US" sz="700">
                          <a:effectLst/>
                        </a:rPr>
                        <a:t>0</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gn="r">
                        <a:lnSpc>
                          <a:spcPct val="200000"/>
                        </a:lnSpc>
                        <a:spcBef>
                          <a:spcPts val="0"/>
                        </a:spcBef>
                        <a:spcAft>
                          <a:spcPts val="0"/>
                        </a:spcAft>
                      </a:pPr>
                      <a:r>
                        <a:rPr lang="en-US" sz="800">
                          <a:effectLst/>
                        </a:rPr>
                        <a:t>0.613</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gn="r">
                        <a:lnSpc>
                          <a:spcPct val="200000"/>
                        </a:lnSpc>
                        <a:spcBef>
                          <a:spcPts val="0"/>
                        </a:spcBef>
                        <a:spcAft>
                          <a:spcPts val="0"/>
                        </a:spcAft>
                      </a:pPr>
                      <a:r>
                        <a:rPr lang="en-US" sz="800">
                          <a:effectLst/>
                        </a:rPr>
                        <a:t>0.000</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gn="r">
                        <a:lnSpc>
                          <a:spcPct val="200000"/>
                        </a:lnSpc>
                        <a:spcBef>
                          <a:spcPts val="0"/>
                        </a:spcBef>
                        <a:spcAft>
                          <a:spcPts val="0"/>
                        </a:spcAft>
                      </a:pPr>
                      <a:r>
                        <a:rPr lang="en-US" sz="800">
                          <a:effectLst/>
                        </a:rPr>
                        <a:t>2.743</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gn="r">
                        <a:lnSpc>
                          <a:spcPct val="200000"/>
                        </a:lnSpc>
                        <a:spcBef>
                          <a:spcPts val="0"/>
                        </a:spcBef>
                        <a:spcAft>
                          <a:spcPts val="0"/>
                        </a:spcAft>
                      </a:pPr>
                      <a:r>
                        <a:rPr lang="en-US" sz="700">
                          <a:effectLst/>
                        </a:rPr>
                        <a:t>0.000</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extLst>
                  <a:ext uri="{0D108BD9-81ED-4DB2-BD59-A6C34878D82A}">
                    <a16:rowId xmlns:a16="http://schemas.microsoft.com/office/drawing/2014/main" val="2238373586"/>
                  </a:ext>
                </a:extLst>
              </a:tr>
              <a:tr h="241378">
                <a:tc>
                  <a:txBody>
                    <a:bodyPr/>
                    <a:lstStyle/>
                    <a:p>
                      <a:pPr marL="0" marR="0">
                        <a:lnSpc>
                          <a:spcPct val="200000"/>
                        </a:lnSpc>
                        <a:spcBef>
                          <a:spcPts val="0"/>
                        </a:spcBef>
                        <a:spcAft>
                          <a:spcPts val="0"/>
                        </a:spcAft>
                      </a:pPr>
                      <a:r>
                        <a:rPr lang="en-US" sz="700">
                          <a:effectLst/>
                        </a:rPr>
                        <a:t>P7</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nSpc>
                          <a:spcPct val="200000"/>
                        </a:lnSpc>
                        <a:spcBef>
                          <a:spcPts val="0"/>
                        </a:spcBef>
                        <a:spcAft>
                          <a:spcPts val="0"/>
                        </a:spcAft>
                      </a:pPr>
                      <a:r>
                        <a:rPr lang="en-US" sz="800">
                          <a:effectLst/>
                        </a:rPr>
                        <a:t>FI&gt;MI</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gn="r">
                        <a:lnSpc>
                          <a:spcPct val="200000"/>
                        </a:lnSpc>
                        <a:spcBef>
                          <a:spcPts val="0"/>
                        </a:spcBef>
                        <a:spcAft>
                          <a:spcPts val="0"/>
                        </a:spcAft>
                      </a:pPr>
                      <a:r>
                        <a:rPr lang="en-US" sz="700">
                          <a:effectLst/>
                        </a:rPr>
                        <a:t>2</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gn="r">
                        <a:lnSpc>
                          <a:spcPct val="200000"/>
                        </a:lnSpc>
                        <a:spcBef>
                          <a:spcPts val="0"/>
                        </a:spcBef>
                        <a:spcAft>
                          <a:spcPts val="0"/>
                        </a:spcAft>
                      </a:pPr>
                      <a:r>
                        <a:rPr lang="en-US" sz="700" dirty="0">
                          <a:effectLst/>
                        </a:rPr>
                        <a:t>1</a:t>
                      </a:r>
                      <a:endParaRPr lang="en-US" sz="800" dirty="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gn="r">
                        <a:lnSpc>
                          <a:spcPct val="200000"/>
                        </a:lnSpc>
                        <a:spcBef>
                          <a:spcPts val="0"/>
                        </a:spcBef>
                        <a:spcAft>
                          <a:spcPts val="0"/>
                        </a:spcAft>
                      </a:pPr>
                      <a:r>
                        <a:rPr lang="en-US" sz="800">
                          <a:effectLst/>
                        </a:rPr>
                        <a:t>0.369</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gn="r">
                        <a:lnSpc>
                          <a:spcPct val="200000"/>
                        </a:lnSpc>
                        <a:spcBef>
                          <a:spcPts val="0"/>
                        </a:spcBef>
                        <a:spcAft>
                          <a:spcPts val="0"/>
                        </a:spcAft>
                      </a:pPr>
                      <a:r>
                        <a:rPr lang="en-US" sz="800">
                          <a:effectLst/>
                        </a:rPr>
                        <a:t>0.438</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gn="r">
                        <a:lnSpc>
                          <a:spcPct val="200000"/>
                        </a:lnSpc>
                        <a:spcBef>
                          <a:spcPts val="0"/>
                        </a:spcBef>
                        <a:spcAft>
                          <a:spcPts val="0"/>
                        </a:spcAft>
                      </a:pPr>
                      <a:r>
                        <a:rPr lang="en-US" sz="800">
                          <a:effectLst/>
                        </a:rPr>
                        <a:t>5.454</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gn="r">
                        <a:lnSpc>
                          <a:spcPct val="200000"/>
                        </a:lnSpc>
                        <a:spcBef>
                          <a:spcPts val="0"/>
                        </a:spcBef>
                        <a:spcAft>
                          <a:spcPts val="0"/>
                        </a:spcAft>
                      </a:pPr>
                      <a:r>
                        <a:rPr lang="en-US" sz="700">
                          <a:effectLst/>
                        </a:rPr>
                        <a:t>5.341</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extLst>
                  <a:ext uri="{0D108BD9-81ED-4DB2-BD59-A6C34878D82A}">
                    <a16:rowId xmlns:a16="http://schemas.microsoft.com/office/drawing/2014/main" val="3896623910"/>
                  </a:ext>
                </a:extLst>
              </a:tr>
              <a:tr h="241378">
                <a:tc>
                  <a:txBody>
                    <a:bodyPr/>
                    <a:lstStyle/>
                    <a:p>
                      <a:pPr marL="0" marR="0">
                        <a:lnSpc>
                          <a:spcPct val="200000"/>
                        </a:lnSpc>
                        <a:spcBef>
                          <a:spcPts val="0"/>
                        </a:spcBef>
                        <a:spcAft>
                          <a:spcPts val="0"/>
                        </a:spcAft>
                      </a:pPr>
                      <a:r>
                        <a:rPr lang="en-US" sz="700">
                          <a:effectLst/>
                        </a:rPr>
                        <a:t>P8</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nSpc>
                          <a:spcPct val="200000"/>
                        </a:lnSpc>
                        <a:spcBef>
                          <a:spcPts val="0"/>
                        </a:spcBef>
                        <a:spcAft>
                          <a:spcPts val="0"/>
                        </a:spcAft>
                      </a:pPr>
                      <a:r>
                        <a:rPr lang="en-US" sz="800">
                          <a:effectLst/>
                        </a:rPr>
                        <a:t>FI&gt;MI</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gn="r">
                        <a:lnSpc>
                          <a:spcPct val="200000"/>
                        </a:lnSpc>
                        <a:spcBef>
                          <a:spcPts val="0"/>
                        </a:spcBef>
                        <a:spcAft>
                          <a:spcPts val="0"/>
                        </a:spcAft>
                      </a:pPr>
                      <a:r>
                        <a:rPr lang="en-US" sz="700">
                          <a:effectLst/>
                        </a:rPr>
                        <a:t>3</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gn="r">
                        <a:lnSpc>
                          <a:spcPct val="200000"/>
                        </a:lnSpc>
                        <a:spcBef>
                          <a:spcPts val="0"/>
                        </a:spcBef>
                        <a:spcAft>
                          <a:spcPts val="0"/>
                        </a:spcAft>
                      </a:pPr>
                      <a:r>
                        <a:rPr lang="en-US" sz="700">
                          <a:effectLst/>
                        </a:rPr>
                        <a:t>0</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gn="r">
                        <a:lnSpc>
                          <a:spcPct val="200000"/>
                        </a:lnSpc>
                        <a:spcBef>
                          <a:spcPts val="0"/>
                        </a:spcBef>
                        <a:spcAft>
                          <a:spcPts val="0"/>
                        </a:spcAft>
                      </a:pPr>
                      <a:r>
                        <a:rPr lang="en-US" sz="800">
                          <a:effectLst/>
                        </a:rPr>
                        <a:t>0.593</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gn="r">
                        <a:lnSpc>
                          <a:spcPct val="200000"/>
                        </a:lnSpc>
                        <a:spcBef>
                          <a:spcPts val="0"/>
                        </a:spcBef>
                        <a:spcAft>
                          <a:spcPts val="0"/>
                        </a:spcAft>
                      </a:pPr>
                      <a:r>
                        <a:rPr lang="en-US" sz="800">
                          <a:effectLst/>
                        </a:rPr>
                        <a:t>0.000</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gn="r">
                        <a:lnSpc>
                          <a:spcPct val="200000"/>
                        </a:lnSpc>
                        <a:spcBef>
                          <a:spcPts val="0"/>
                        </a:spcBef>
                        <a:spcAft>
                          <a:spcPts val="0"/>
                        </a:spcAft>
                      </a:pPr>
                      <a:r>
                        <a:rPr lang="en-US" sz="800">
                          <a:effectLst/>
                        </a:rPr>
                        <a:t>2.620</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gn="r">
                        <a:lnSpc>
                          <a:spcPct val="200000"/>
                        </a:lnSpc>
                        <a:spcBef>
                          <a:spcPts val="0"/>
                        </a:spcBef>
                        <a:spcAft>
                          <a:spcPts val="0"/>
                        </a:spcAft>
                      </a:pPr>
                      <a:r>
                        <a:rPr lang="en-US" sz="700">
                          <a:effectLst/>
                        </a:rPr>
                        <a:t>0.000</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extLst>
                  <a:ext uri="{0D108BD9-81ED-4DB2-BD59-A6C34878D82A}">
                    <a16:rowId xmlns:a16="http://schemas.microsoft.com/office/drawing/2014/main" val="4157571632"/>
                  </a:ext>
                </a:extLst>
              </a:tr>
              <a:tr h="241378">
                <a:tc>
                  <a:txBody>
                    <a:bodyPr/>
                    <a:lstStyle/>
                    <a:p>
                      <a:pPr marL="0" marR="0">
                        <a:lnSpc>
                          <a:spcPct val="200000"/>
                        </a:lnSpc>
                        <a:spcBef>
                          <a:spcPts val="0"/>
                        </a:spcBef>
                        <a:spcAft>
                          <a:spcPts val="0"/>
                        </a:spcAft>
                      </a:pPr>
                      <a:r>
                        <a:rPr lang="en-US" sz="700">
                          <a:effectLst/>
                        </a:rPr>
                        <a:t>P9</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nSpc>
                          <a:spcPct val="200000"/>
                        </a:lnSpc>
                        <a:spcBef>
                          <a:spcPts val="0"/>
                        </a:spcBef>
                        <a:spcAft>
                          <a:spcPts val="0"/>
                        </a:spcAft>
                      </a:pPr>
                      <a:r>
                        <a:rPr lang="en-US" sz="800">
                          <a:effectLst/>
                        </a:rPr>
                        <a:t>FI&gt;MI</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gn="r">
                        <a:lnSpc>
                          <a:spcPct val="200000"/>
                        </a:lnSpc>
                        <a:spcBef>
                          <a:spcPts val="0"/>
                        </a:spcBef>
                        <a:spcAft>
                          <a:spcPts val="0"/>
                        </a:spcAft>
                      </a:pPr>
                      <a:r>
                        <a:rPr lang="en-US" sz="700">
                          <a:effectLst/>
                        </a:rPr>
                        <a:t>3</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gn="r">
                        <a:lnSpc>
                          <a:spcPct val="200000"/>
                        </a:lnSpc>
                        <a:spcBef>
                          <a:spcPts val="0"/>
                        </a:spcBef>
                        <a:spcAft>
                          <a:spcPts val="0"/>
                        </a:spcAft>
                      </a:pPr>
                      <a:r>
                        <a:rPr lang="en-US" sz="700">
                          <a:effectLst/>
                        </a:rPr>
                        <a:t>0</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gn="r">
                        <a:lnSpc>
                          <a:spcPct val="200000"/>
                        </a:lnSpc>
                        <a:spcBef>
                          <a:spcPts val="0"/>
                        </a:spcBef>
                        <a:spcAft>
                          <a:spcPts val="0"/>
                        </a:spcAft>
                      </a:pPr>
                      <a:r>
                        <a:rPr lang="en-US" sz="800">
                          <a:effectLst/>
                        </a:rPr>
                        <a:t>1.098</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gn="r">
                        <a:lnSpc>
                          <a:spcPct val="200000"/>
                        </a:lnSpc>
                        <a:spcBef>
                          <a:spcPts val="0"/>
                        </a:spcBef>
                        <a:spcAft>
                          <a:spcPts val="0"/>
                        </a:spcAft>
                      </a:pPr>
                      <a:r>
                        <a:rPr lang="en-US" sz="800">
                          <a:effectLst/>
                        </a:rPr>
                        <a:t>0.000</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gn="r">
                        <a:lnSpc>
                          <a:spcPct val="200000"/>
                        </a:lnSpc>
                        <a:spcBef>
                          <a:spcPts val="0"/>
                        </a:spcBef>
                        <a:spcAft>
                          <a:spcPts val="0"/>
                        </a:spcAft>
                      </a:pPr>
                      <a:r>
                        <a:rPr lang="en-US" sz="800">
                          <a:effectLst/>
                        </a:rPr>
                        <a:t>3.679</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gn="r">
                        <a:lnSpc>
                          <a:spcPct val="200000"/>
                        </a:lnSpc>
                        <a:spcBef>
                          <a:spcPts val="0"/>
                        </a:spcBef>
                        <a:spcAft>
                          <a:spcPts val="0"/>
                        </a:spcAft>
                      </a:pPr>
                      <a:r>
                        <a:rPr lang="en-US" sz="700">
                          <a:effectLst/>
                        </a:rPr>
                        <a:t>0.000</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extLst>
                  <a:ext uri="{0D108BD9-81ED-4DB2-BD59-A6C34878D82A}">
                    <a16:rowId xmlns:a16="http://schemas.microsoft.com/office/drawing/2014/main" val="3748442869"/>
                  </a:ext>
                </a:extLst>
              </a:tr>
              <a:tr h="241378">
                <a:tc>
                  <a:txBody>
                    <a:bodyPr/>
                    <a:lstStyle/>
                    <a:p>
                      <a:pPr marL="0" marR="0">
                        <a:lnSpc>
                          <a:spcPct val="200000"/>
                        </a:lnSpc>
                        <a:spcBef>
                          <a:spcPts val="0"/>
                        </a:spcBef>
                        <a:spcAft>
                          <a:spcPts val="0"/>
                        </a:spcAft>
                      </a:pPr>
                      <a:r>
                        <a:rPr lang="en-US" sz="700">
                          <a:effectLst/>
                        </a:rPr>
                        <a:t>P10</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nSpc>
                          <a:spcPct val="200000"/>
                        </a:lnSpc>
                        <a:spcBef>
                          <a:spcPts val="0"/>
                        </a:spcBef>
                        <a:spcAft>
                          <a:spcPts val="0"/>
                        </a:spcAft>
                      </a:pPr>
                      <a:r>
                        <a:rPr lang="en-US" sz="800">
                          <a:effectLst/>
                        </a:rPr>
                        <a:t>FI&gt;MI</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gn="r">
                        <a:lnSpc>
                          <a:spcPct val="200000"/>
                        </a:lnSpc>
                        <a:spcBef>
                          <a:spcPts val="0"/>
                        </a:spcBef>
                        <a:spcAft>
                          <a:spcPts val="0"/>
                        </a:spcAft>
                      </a:pPr>
                      <a:r>
                        <a:rPr lang="en-US" sz="700">
                          <a:effectLst/>
                        </a:rPr>
                        <a:t>3</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gn="r">
                        <a:lnSpc>
                          <a:spcPct val="200000"/>
                        </a:lnSpc>
                        <a:spcBef>
                          <a:spcPts val="0"/>
                        </a:spcBef>
                        <a:spcAft>
                          <a:spcPts val="0"/>
                        </a:spcAft>
                      </a:pPr>
                      <a:r>
                        <a:rPr lang="en-US" sz="700">
                          <a:effectLst/>
                        </a:rPr>
                        <a:t>0</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gn="r">
                        <a:lnSpc>
                          <a:spcPct val="200000"/>
                        </a:lnSpc>
                        <a:spcBef>
                          <a:spcPts val="0"/>
                        </a:spcBef>
                        <a:spcAft>
                          <a:spcPts val="0"/>
                        </a:spcAft>
                      </a:pPr>
                      <a:r>
                        <a:rPr lang="en-US" sz="800">
                          <a:effectLst/>
                        </a:rPr>
                        <a:t>0.526</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gn="r">
                        <a:lnSpc>
                          <a:spcPct val="200000"/>
                        </a:lnSpc>
                        <a:spcBef>
                          <a:spcPts val="0"/>
                        </a:spcBef>
                        <a:spcAft>
                          <a:spcPts val="0"/>
                        </a:spcAft>
                      </a:pPr>
                      <a:r>
                        <a:rPr lang="en-US" sz="800">
                          <a:effectLst/>
                        </a:rPr>
                        <a:t>0.000</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gn="r">
                        <a:lnSpc>
                          <a:spcPct val="200000"/>
                        </a:lnSpc>
                        <a:spcBef>
                          <a:spcPts val="0"/>
                        </a:spcBef>
                        <a:spcAft>
                          <a:spcPts val="0"/>
                        </a:spcAft>
                      </a:pPr>
                      <a:r>
                        <a:rPr lang="en-US" sz="800">
                          <a:effectLst/>
                        </a:rPr>
                        <a:t>2.513</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gn="r">
                        <a:lnSpc>
                          <a:spcPct val="200000"/>
                        </a:lnSpc>
                        <a:spcBef>
                          <a:spcPts val="0"/>
                        </a:spcBef>
                        <a:spcAft>
                          <a:spcPts val="0"/>
                        </a:spcAft>
                      </a:pPr>
                      <a:r>
                        <a:rPr lang="en-US" sz="700">
                          <a:effectLst/>
                        </a:rPr>
                        <a:t>0.000</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extLst>
                  <a:ext uri="{0D108BD9-81ED-4DB2-BD59-A6C34878D82A}">
                    <a16:rowId xmlns:a16="http://schemas.microsoft.com/office/drawing/2014/main" val="2896730161"/>
                  </a:ext>
                </a:extLst>
              </a:tr>
              <a:tr h="241378">
                <a:tc>
                  <a:txBody>
                    <a:bodyPr/>
                    <a:lstStyle/>
                    <a:p>
                      <a:pPr marL="0" marR="0">
                        <a:lnSpc>
                          <a:spcPct val="200000"/>
                        </a:lnSpc>
                        <a:spcBef>
                          <a:spcPts val="0"/>
                        </a:spcBef>
                        <a:spcAft>
                          <a:spcPts val="0"/>
                        </a:spcAft>
                      </a:pPr>
                      <a:r>
                        <a:rPr lang="en-US" sz="700">
                          <a:effectLst/>
                        </a:rPr>
                        <a:t>P11</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nSpc>
                          <a:spcPct val="200000"/>
                        </a:lnSpc>
                        <a:spcBef>
                          <a:spcPts val="0"/>
                        </a:spcBef>
                        <a:spcAft>
                          <a:spcPts val="0"/>
                        </a:spcAft>
                      </a:pPr>
                      <a:r>
                        <a:rPr lang="en-US" sz="800">
                          <a:effectLst/>
                        </a:rPr>
                        <a:t>FI&gt;MI</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gn="r">
                        <a:lnSpc>
                          <a:spcPct val="200000"/>
                        </a:lnSpc>
                        <a:spcBef>
                          <a:spcPts val="0"/>
                        </a:spcBef>
                        <a:spcAft>
                          <a:spcPts val="0"/>
                        </a:spcAft>
                      </a:pPr>
                      <a:r>
                        <a:rPr lang="en-US" sz="700">
                          <a:effectLst/>
                        </a:rPr>
                        <a:t>2</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gn="r">
                        <a:lnSpc>
                          <a:spcPct val="200000"/>
                        </a:lnSpc>
                        <a:spcBef>
                          <a:spcPts val="0"/>
                        </a:spcBef>
                        <a:spcAft>
                          <a:spcPts val="0"/>
                        </a:spcAft>
                      </a:pPr>
                      <a:r>
                        <a:rPr lang="en-US" sz="700">
                          <a:effectLst/>
                        </a:rPr>
                        <a:t>0</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gn="r">
                        <a:lnSpc>
                          <a:spcPct val="200000"/>
                        </a:lnSpc>
                        <a:spcBef>
                          <a:spcPts val="0"/>
                        </a:spcBef>
                        <a:spcAft>
                          <a:spcPts val="0"/>
                        </a:spcAft>
                      </a:pPr>
                      <a:r>
                        <a:rPr lang="en-US" sz="800">
                          <a:effectLst/>
                        </a:rPr>
                        <a:t>0.917</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gn="r">
                        <a:lnSpc>
                          <a:spcPct val="200000"/>
                        </a:lnSpc>
                        <a:spcBef>
                          <a:spcPts val="0"/>
                        </a:spcBef>
                        <a:spcAft>
                          <a:spcPts val="0"/>
                        </a:spcAft>
                      </a:pPr>
                      <a:r>
                        <a:rPr lang="en-US" sz="800">
                          <a:effectLst/>
                        </a:rPr>
                        <a:t>0.000</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gn="r">
                        <a:lnSpc>
                          <a:spcPct val="200000"/>
                        </a:lnSpc>
                        <a:spcBef>
                          <a:spcPts val="0"/>
                        </a:spcBef>
                        <a:spcAft>
                          <a:spcPts val="0"/>
                        </a:spcAft>
                      </a:pPr>
                      <a:r>
                        <a:rPr lang="en-US" sz="800">
                          <a:effectLst/>
                        </a:rPr>
                        <a:t>4.146</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gn="r">
                        <a:lnSpc>
                          <a:spcPct val="200000"/>
                        </a:lnSpc>
                        <a:spcBef>
                          <a:spcPts val="0"/>
                        </a:spcBef>
                        <a:spcAft>
                          <a:spcPts val="0"/>
                        </a:spcAft>
                      </a:pPr>
                      <a:r>
                        <a:rPr lang="en-US" sz="700">
                          <a:effectLst/>
                        </a:rPr>
                        <a:t>0.000</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extLst>
                  <a:ext uri="{0D108BD9-81ED-4DB2-BD59-A6C34878D82A}">
                    <a16:rowId xmlns:a16="http://schemas.microsoft.com/office/drawing/2014/main" val="3039701312"/>
                  </a:ext>
                </a:extLst>
              </a:tr>
              <a:tr h="241378">
                <a:tc>
                  <a:txBody>
                    <a:bodyPr/>
                    <a:lstStyle/>
                    <a:p>
                      <a:pPr marL="0" marR="0">
                        <a:lnSpc>
                          <a:spcPct val="200000"/>
                        </a:lnSpc>
                        <a:spcBef>
                          <a:spcPts val="0"/>
                        </a:spcBef>
                        <a:spcAft>
                          <a:spcPts val="0"/>
                        </a:spcAft>
                      </a:pPr>
                      <a:r>
                        <a:rPr lang="en-US" sz="700">
                          <a:effectLst/>
                        </a:rPr>
                        <a:t>P12</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nSpc>
                          <a:spcPct val="200000"/>
                        </a:lnSpc>
                        <a:spcBef>
                          <a:spcPts val="0"/>
                        </a:spcBef>
                        <a:spcAft>
                          <a:spcPts val="0"/>
                        </a:spcAft>
                      </a:pPr>
                      <a:r>
                        <a:rPr lang="en-US" sz="800">
                          <a:effectLst/>
                        </a:rPr>
                        <a:t>FI&gt;MI</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gn="r">
                        <a:lnSpc>
                          <a:spcPct val="200000"/>
                        </a:lnSpc>
                        <a:spcBef>
                          <a:spcPts val="0"/>
                        </a:spcBef>
                        <a:spcAft>
                          <a:spcPts val="0"/>
                        </a:spcAft>
                      </a:pPr>
                      <a:r>
                        <a:rPr lang="en-US" sz="700">
                          <a:effectLst/>
                        </a:rPr>
                        <a:t>3</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gn="r">
                        <a:lnSpc>
                          <a:spcPct val="200000"/>
                        </a:lnSpc>
                        <a:spcBef>
                          <a:spcPts val="0"/>
                        </a:spcBef>
                        <a:spcAft>
                          <a:spcPts val="0"/>
                        </a:spcAft>
                      </a:pPr>
                      <a:r>
                        <a:rPr lang="en-US" sz="700">
                          <a:effectLst/>
                        </a:rPr>
                        <a:t>0</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gn="r">
                        <a:lnSpc>
                          <a:spcPct val="200000"/>
                        </a:lnSpc>
                        <a:spcBef>
                          <a:spcPts val="0"/>
                        </a:spcBef>
                        <a:spcAft>
                          <a:spcPts val="0"/>
                        </a:spcAft>
                      </a:pPr>
                      <a:r>
                        <a:rPr lang="en-US" sz="800">
                          <a:effectLst/>
                        </a:rPr>
                        <a:t>0.921</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gn="r">
                        <a:lnSpc>
                          <a:spcPct val="200000"/>
                        </a:lnSpc>
                        <a:spcBef>
                          <a:spcPts val="0"/>
                        </a:spcBef>
                        <a:spcAft>
                          <a:spcPts val="0"/>
                        </a:spcAft>
                      </a:pPr>
                      <a:r>
                        <a:rPr lang="en-US" sz="800">
                          <a:effectLst/>
                        </a:rPr>
                        <a:t>0.000</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gn="r">
                        <a:lnSpc>
                          <a:spcPct val="200000"/>
                        </a:lnSpc>
                        <a:spcBef>
                          <a:spcPts val="0"/>
                        </a:spcBef>
                        <a:spcAft>
                          <a:spcPts val="0"/>
                        </a:spcAft>
                      </a:pPr>
                      <a:r>
                        <a:rPr lang="en-US" sz="800">
                          <a:effectLst/>
                        </a:rPr>
                        <a:t>4.058</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gn="r">
                        <a:lnSpc>
                          <a:spcPct val="200000"/>
                        </a:lnSpc>
                        <a:spcBef>
                          <a:spcPts val="0"/>
                        </a:spcBef>
                        <a:spcAft>
                          <a:spcPts val="0"/>
                        </a:spcAft>
                      </a:pPr>
                      <a:r>
                        <a:rPr lang="en-US" sz="700">
                          <a:effectLst/>
                        </a:rPr>
                        <a:t>0.000</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extLst>
                  <a:ext uri="{0D108BD9-81ED-4DB2-BD59-A6C34878D82A}">
                    <a16:rowId xmlns:a16="http://schemas.microsoft.com/office/drawing/2014/main" val="2009640437"/>
                  </a:ext>
                </a:extLst>
              </a:tr>
              <a:tr h="241378">
                <a:tc>
                  <a:txBody>
                    <a:bodyPr/>
                    <a:lstStyle/>
                    <a:p>
                      <a:pPr marL="0" marR="0">
                        <a:lnSpc>
                          <a:spcPct val="200000"/>
                        </a:lnSpc>
                        <a:spcBef>
                          <a:spcPts val="0"/>
                        </a:spcBef>
                        <a:spcAft>
                          <a:spcPts val="0"/>
                        </a:spcAft>
                      </a:pPr>
                      <a:r>
                        <a:rPr lang="en-US" sz="700">
                          <a:effectLst/>
                        </a:rPr>
                        <a:t>P13</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nSpc>
                          <a:spcPct val="200000"/>
                        </a:lnSpc>
                        <a:spcBef>
                          <a:spcPts val="0"/>
                        </a:spcBef>
                        <a:spcAft>
                          <a:spcPts val="0"/>
                        </a:spcAft>
                      </a:pPr>
                      <a:r>
                        <a:rPr lang="en-US" sz="800">
                          <a:effectLst/>
                        </a:rPr>
                        <a:t>FI&gt;MI</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gn="r">
                        <a:lnSpc>
                          <a:spcPct val="200000"/>
                        </a:lnSpc>
                        <a:spcBef>
                          <a:spcPts val="0"/>
                        </a:spcBef>
                        <a:spcAft>
                          <a:spcPts val="0"/>
                        </a:spcAft>
                      </a:pPr>
                      <a:r>
                        <a:rPr lang="en-US" sz="700">
                          <a:effectLst/>
                        </a:rPr>
                        <a:t>3</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gn="r">
                        <a:lnSpc>
                          <a:spcPct val="200000"/>
                        </a:lnSpc>
                        <a:spcBef>
                          <a:spcPts val="0"/>
                        </a:spcBef>
                        <a:spcAft>
                          <a:spcPts val="0"/>
                        </a:spcAft>
                      </a:pPr>
                      <a:r>
                        <a:rPr lang="en-US" sz="700">
                          <a:effectLst/>
                        </a:rPr>
                        <a:t>0</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gn="r">
                        <a:lnSpc>
                          <a:spcPct val="200000"/>
                        </a:lnSpc>
                        <a:spcBef>
                          <a:spcPts val="0"/>
                        </a:spcBef>
                        <a:spcAft>
                          <a:spcPts val="0"/>
                        </a:spcAft>
                      </a:pPr>
                      <a:r>
                        <a:rPr lang="en-US" sz="800">
                          <a:effectLst/>
                        </a:rPr>
                        <a:t>1.426</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gn="r">
                        <a:lnSpc>
                          <a:spcPct val="200000"/>
                        </a:lnSpc>
                        <a:spcBef>
                          <a:spcPts val="0"/>
                        </a:spcBef>
                        <a:spcAft>
                          <a:spcPts val="0"/>
                        </a:spcAft>
                      </a:pPr>
                      <a:r>
                        <a:rPr lang="en-US" sz="800">
                          <a:effectLst/>
                        </a:rPr>
                        <a:t>0.000</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gn="r">
                        <a:lnSpc>
                          <a:spcPct val="200000"/>
                        </a:lnSpc>
                        <a:spcBef>
                          <a:spcPts val="0"/>
                        </a:spcBef>
                        <a:spcAft>
                          <a:spcPts val="0"/>
                        </a:spcAft>
                      </a:pPr>
                      <a:r>
                        <a:rPr lang="en-US" sz="800">
                          <a:effectLst/>
                        </a:rPr>
                        <a:t>3.861</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gn="r">
                        <a:lnSpc>
                          <a:spcPct val="200000"/>
                        </a:lnSpc>
                        <a:spcBef>
                          <a:spcPts val="0"/>
                        </a:spcBef>
                        <a:spcAft>
                          <a:spcPts val="0"/>
                        </a:spcAft>
                      </a:pPr>
                      <a:r>
                        <a:rPr lang="en-US" sz="700">
                          <a:effectLst/>
                        </a:rPr>
                        <a:t>0.000</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extLst>
                  <a:ext uri="{0D108BD9-81ED-4DB2-BD59-A6C34878D82A}">
                    <a16:rowId xmlns:a16="http://schemas.microsoft.com/office/drawing/2014/main" val="450029687"/>
                  </a:ext>
                </a:extLst>
              </a:tr>
              <a:tr h="241378">
                <a:tc>
                  <a:txBody>
                    <a:bodyPr/>
                    <a:lstStyle/>
                    <a:p>
                      <a:pPr marL="0" marR="0">
                        <a:lnSpc>
                          <a:spcPct val="200000"/>
                        </a:lnSpc>
                        <a:spcBef>
                          <a:spcPts val="0"/>
                        </a:spcBef>
                        <a:spcAft>
                          <a:spcPts val="0"/>
                        </a:spcAft>
                      </a:pPr>
                      <a:r>
                        <a:rPr lang="en-US" sz="700">
                          <a:effectLst/>
                        </a:rPr>
                        <a:t>P14</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nSpc>
                          <a:spcPct val="200000"/>
                        </a:lnSpc>
                        <a:spcBef>
                          <a:spcPts val="0"/>
                        </a:spcBef>
                        <a:spcAft>
                          <a:spcPts val="0"/>
                        </a:spcAft>
                      </a:pPr>
                      <a:r>
                        <a:rPr lang="en-US" sz="800">
                          <a:effectLst/>
                        </a:rPr>
                        <a:t>FI&gt;MI</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gn="r">
                        <a:lnSpc>
                          <a:spcPct val="200000"/>
                        </a:lnSpc>
                        <a:spcBef>
                          <a:spcPts val="0"/>
                        </a:spcBef>
                        <a:spcAft>
                          <a:spcPts val="0"/>
                        </a:spcAft>
                      </a:pPr>
                      <a:r>
                        <a:rPr lang="en-US" sz="700">
                          <a:effectLst/>
                        </a:rPr>
                        <a:t>3</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gn="r">
                        <a:lnSpc>
                          <a:spcPct val="200000"/>
                        </a:lnSpc>
                        <a:spcBef>
                          <a:spcPts val="0"/>
                        </a:spcBef>
                        <a:spcAft>
                          <a:spcPts val="0"/>
                        </a:spcAft>
                      </a:pPr>
                      <a:r>
                        <a:rPr lang="en-US" sz="700">
                          <a:effectLst/>
                        </a:rPr>
                        <a:t>0</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gn="r">
                        <a:lnSpc>
                          <a:spcPct val="200000"/>
                        </a:lnSpc>
                        <a:spcBef>
                          <a:spcPts val="0"/>
                        </a:spcBef>
                        <a:spcAft>
                          <a:spcPts val="0"/>
                        </a:spcAft>
                      </a:pPr>
                      <a:r>
                        <a:rPr lang="en-US" sz="800">
                          <a:effectLst/>
                        </a:rPr>
                        <a:t>0.915</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gn="r">
                        <a:lnSpc>
                          <a:spcPct val="200000"/>
                        </a:lnSpc>
                        <a:spcBef>
                          <a:spcPts val="0"/>
                        </a:spcBef>
                        <a:spcAft>
                          <a:spcPts val="0"/>
                        </a:spcAft>
                      </a:pPr>
                      <a:r>
                        <a:rPr lang="en-US" sz="800">
                          <a:effectLst/>
                        </a:rPr>
                        <a:t>0.000</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gn="r">
                        <a:lnSpc>
                          <a:spcPct val="200000"/>
                        </a:lnSpc>
                        <a:spcBef>
                          <a:spcPts val="0"/>
                        </a:spcBef>
                        <a:spcAft>
                          <a:spcPts val="0"/>
                        </a:spcAft>
                      </a:pPr>
                      <a:r>
                        <a:rPr lang="en-US" sz="800">
                          <a:effectLst/>
                        </a:rPr>
                        <a:t>2.918</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gn="r">
                        <a:lnSpc>
                          <a:spcPct val="200000"/>
                        </a:lnSpc>
                        <a:spcBef>
                          <a:spcPts val="0"/>
                        </a:spcBef>
                        <a:spcAft>
                          <a:spcPts val="0"/>
                        </a:spcAft>
                      </a:pPr>
                      <a:r>
                        <a:rPr lang="en-US" sz="700">
                          <a:effectLst/>
                        </a:rPr>
                        <a:t>0.000</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extLst>
                  <a:ext uri="{0D108BD9-81ED-4DB2-BD59-A6C34878D82A}">
                    <a16:rowId xmlns:a16="http://schemas.microsoft.com/office/drawing/2014/main" val="1941657524"/>
                  </a:ext>
                </a:extLst>
              </a:tr>
              <a:tr h="241378">
                <a:tc>
                  <a:txBody>
                    <a:bodyPr/>
                    <a:lstStyle/>
                    <a:p>
                      <a:pPr marL="0" marR="0">
                        <a:lnSpc>
                          <a:spcPct val="200000"/>
                        </a:lnSpc>
                        <a:spcBef>
                          <a:spcPts val="0"/>
                        </a:spcBef>
                        <a:spcAft>
                          <a:spcPts val="0"/>
                        </a:spcAft>
                      </a:pPr>
                      <a:r>
                        <a:rPr lang="en-US" sz="700">
                          <a:effectLst/>
                        </a:rPr>
                        <a:t>P15</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nSpc>
                          <a:spcPct val="200000"/>
                        </a:lnSpc>
                        <a:spcBef>
                          <a:spcPts val="0"/>
                        </a:spcBef>
                        <a:spcAft>
                          <a:spcPts val="0"/>
                        </a:spcAft>
                      </a:pPr>
                      <a:r>
                        <a:rPr lang="en-US" sz="800">
                          <a:effectLst/>
                        </a:rPr>
                        <a:t>FI&gt;MI</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gn="r">
                        <a:lnSpc>
                          <a:spcPct val="200000"/>
                        </a:lnSpc>
                        <a:spcBef>
                          <a:spcPts val="0"/>
                        </a:spcBef>
                        <a:spcAft>
                          <a:spcPts val="0"/>
                        </a:spcAft>
                      </a:pPr>
                      <a:r>
                        <a:rPr lang="en-US" sz="700">
                          <a:effectLst/>
                        </a:rPr>
                        <a:t>3</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gn="r">
                        <a:lnSpc>
                          <a:spcPct val="200000"/>
                        </a:lnSpc>
                        <a:spcBef>
                          <a:spcPts val="0"/>
                        </a:spcBef>
                        <a:spcAft>
                          <a:spcPts val="0"/>
                        </a:spcAft>
                      </a:pPr>
                      <a:r>
                        <a:rPr lang="en-US" sz="700">
                          <a:effectLst/>
                        </a:rPr>
                        <a:t>0</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gn="r">
                        <a:lnSpc>
                          <a:spcPct val="200000"/>
                        </a:lnSpc>
                        <a:spcBef>
                          <a:spcPts val="0"/>
                        </a:spcBef>
                        <a:spcAft>
                          <a:spcPts val="0"/>
                        </a:spcAft>
                      </a:pPr>
                      <a:r>
                        <a:rPr lang="en-US" sz="800">
                          <a:effectLst/>
                        </a:rPr>
                        <a:t>0.628</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gn="r">
                        <a:lnSpc>
                          <a:spcPct val="200000"/>
                        </a:lnSpc>
                        <a:spcBef>
                          <a:spcPts val="0"/>
                        </a:spcBef>
                        <a:spcAft>
                          <a:spcPts val="0"/>
                        </a:spcAft>
                      </a:pPr>
                      <a:r>
                        <a:rPr lang="en-US" sz="800">
                          <a:effectLst/>
                        </a:rPr>
                        <a:t>0.000</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gn="r">
                        <a:lnSpc>
                          <a:spcPct val="200000"/>
                        </a:lnSpc>
                        <a:spcBef>
                          <a:spcPts val="0"/>
                        </a:spcBef>
                        <a:spcAft>
                          <a:spcPts val="0"/>
                        </a:spcAft>
                      </a:pPr>
                      <a:r>
                        <a:rPr lang="en-US" sz="800">
                          <a:effectLst/>
                        </a:rPr>
                        <a:t>3.020</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gn="r">
                        <a:lnSpc>
                          <a:spcPct val="200000"/>
                        </a:lnSpc>
                        <a:spcBef>
                          <a:spcPts val="0"/>
                        </a:spcBef>
                        <a:spcAft>
                          <a:spcPts val="0"/>
                        </a:spcAft>
                      </a:pPr>
                      <a:r>
                        <a:rPr lang="en-US" sz="700" dirty="0">
                          <a:effectLst/>
                        </a:rPr>
                        <a:t>0.000</a:t>
                      </a:r>
                      <a:endParaRPr lang="en-US" sz="800" dirty="0">
                        <a:effectLst/>
                        <a:latin typeface="Times New Roman" panose="02020603050405020304" pitchFamily="18" charset="0"/>
                        <a:ea typeface="Times New Roman" panose="02020603050405020304" pitchFamily="18" charset="0"/>
                      </a:endParaRPr>
                    </a:p>
                  </a:txBody>
                  <a:tcPr marL="16989" marR="16989" marT="16989" marB="16989" anchor="b"/>
                </a:tc>
                <a:extLst>
                  <a:ext uri="{0D108BD9-81ED-4DB2-BD59-A6C34878D82A}">
                    <a16:rowId xmlns:a16="http://schemas.microsoft.com/office/drawing/2014/main" val="2153955631"/>
                  </a:ext>
                </a:extLst>
              </a:tr>
            </a:tbl>
          </a:graphicData>
        </a:graphic>
      </p:graphicFrame>
      <p:graphicFrame>
        <p:nvGraphicFramePr>
          <p:cNvPr id="5" name="Table 4">
            <a:extLst>
              <a:ext uri="{FF2B5EF4-FFF2-40B4-BE49-F238E27FC236}">
                <a16:creationId xmlns:a16="http://schemas.microsoft.com/office/drawing/2014/main" id="{2744C960-2F5F-B53A-AAC4-583A53D4CED4}"/>
              </a:ext>
            </a:extLst>
          </p:cNvPr>
          <p:cNvGraphicFramePr>
            <a:graphicFrameLocks noGrp="1"/>
          </p:cNvGraphicFramePr>
          <p:nvPr>
            <p:extLst>
              <p:ext uri="{D42A27DB-BD31-4B8C-83A1-F6EECF244321}">
                <p14:modId xmlns:p14="http://schemas.microsoft.com/office/powerpoint/2010/main" val="3827224060"/>
              </p:ext>
            </p:extLst>
          </p:nvPr>
        </p:nvGraphicFramePr>
        <p:xfrm>
          <a:off x="7308983" y="730175"/>
          <a:ext cx="3975528" cy="4392256"/>
        </p:xfrm>
        <a:graphic>
          <a:graphicData uri="http://schemas.openxmlformats.org/drawingml/2006/table">
            <a:tbl>
              <a:tblPr>
                <a:tableStyleId>{5C22544A-7EE6-4342-B048-85BDC9FD1C3A}</a:tableStyleId>
              </a:tblPr>
              <a:tblGrid>
                <a:gridCol w="496941">
                  <a:extLst>
                    <a:ext uri="{9D8B030D-6E8A-4147-A177-3AD203B41FA5}">
                      <a16:colId xmlns:a16="http://schemas.microsoft.com/office/drawing/2014/main" val="3021005572"/>
                    </a:ext>
                  </a:extLst>
                </a:gridCol>
                <a:gridCol w="496941">
                  <a:extLst>
                    <a:ext uri="{9D8B030D-6E8A-4147-A177-3AD203B41FA5}">
                      <a16:colId xmlns:a16="http://schemas.microsoft.com/office/drawing/2014/main" val="1033731988"/>
                    </a:ext>
                  </a:extLst>
                </a:gridCol>
                <a:gridCol w="496941">
                  <a:extLst>
                    <a:ext uri="{9D8B030D-6E8A-4147-A177-3AD203B41FA5}">
                      <a16:colId xmlns:a16="http://schemas.microsoft.com/office/drawing/2014/main" val="738976961"/>
                    </a:ext>
                  </a:extLst>
                </a:gridCol>
                <a:gridCol w="496941">
                  <a:extLst>
                    <a:ext uri="{9D8B030D-6E8A-4147-A177-3AD203B41FA5}">
                      <a16:colId xmlns:a16="http://schemas.microsoft.com/office/drawing/2014/main" val="2836191104"/>
                    </a:ext>
                  </a:extLst>
                </a:gridCol>
                <a:gridCol w="496941">
                  <a:extLst>
                    <a:ext uri="{9D8B030D-6E8A-4147-A177-3AD203B41FA5}">
                      <a16:colId xmlns:a16="http://schemas.microsoft.com/office/drawing/2014/main" val="889449459"/>
                    </a:ext>
                  </a:extLst>
                </a:gridCol>
                <a:gridCol w="496941">
                  <a:extLst>
                    <a:ext uri="{9D8B030D-6E8A-4147-A177-3AD203B41FA5}">
                      <a16:colId xmlns:a16="http://schemas.microsoft.com/office/drawing/2014/main" val="3245195770"/>
                    </a:ext>
                  </a:extLst>
                </a:gridCol>
                <a:gridCol w="496941">
                  <a:extLst>
                    <a:ext uri="{9D8B030D-6E8A-4147-A177-3AD203B41FA5}">
                      <a16:colId xmlns:a16="http://schemas.microsoft.com/office/drawing/2014/main" val="386537918"/>
                    </a:ext>
                  </a:extLst>
                </a:gridCol>
                <a:gridCol w="496941">
                  <a:extLst>
                    <a:ext uri="{9D8B030D-6E8A-4147-A177-3AD203B41FA5}">
                      <a16:colId xmlns:a16="http://schemas.microsoft.com/office/drawing/2014/main" val="326937587"/>
                    </a:ext>
                  </a:extLst>
                </a:gridCol>
              </a:tblGrid>
              <a:tr h="730673">
                <a:tc>
                  <a:txBody>
                    <a:bodyPr/>
                    <a:lstStyle/>
                    <a:p>
                      <a:pPr marL="0" marR="0">
                        <a:lnSpc>
                          <a:spcPct val="200000"/>
                        </a:lnSpc>
                        <a:spcBef>
                          <a:spcPts val="0"/>
                        </a:spcBef>
                        <a:spcAft>
                          <a:spcPts val="0"/>
                        </a:spcAft>
                      </a:pPr>
                      <a:r>
                        <a:rPr lang="en-US" sz="700" dirty="0">
                          <a:effectLst/>
                        </a:rPr>
                        <a:t>Participant</a:t>
                      </a:r>
                      <a:endParaRPr lang="en-US" sz="800" dirty="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gn="ctr">
                        <a:lnSpc>
                          <a:spcPct val="200000"/>
                        </a:lnSpc>
                        <a:spcBef>
                          <a:spcPts val="0"/>
                        </a:spcBef>
                        <a:spcAft>
                          <a:spcPts val="0"/>
                        </a:spcAft>
                      </a:pPr>
                      <a:r>
                        <a:rPr lang="en-US" sz="800">
                          <a:effectLst/>
                        </a:rPr>
                        <a:t>replacement_condition</a:t>
                      </a:r>
                      <a:endParaRPr lang="en-US" sz="800">
                        <a:effectLst/>
                        <a:latin typeface="Times New Roman" panose="02020603050405020304" pitchFamily="18" charset="0"/>
                        <a:ea typeface="Times New Roman" panose="02020603050405020304" pitchFamily="18" charset="0"/>
                      </a:endParaRPr>
                    </a:p>
                  </a:txBody>
                  <a:tcPr marL="16989" marR="16989" marT="16989" marB="16989"/>
                </a:tc>
                <a:tc>
                  <a:txBody>
                    <a:bodyPr/>
                    <a:lstStyle/>
                    <a:p>
                      <a:pPr marL="0" marR="0" algn="ctr">
                        <a:lnSpc>
                          <a:spcPct val="200000"/>
                        </a:lnSpc>
                        <a:spcBef>
                          <a:spcPts val="0"/>
                        </a:spcBef>
                        <a:spcAft>
                          <a:spcPts val="0"/>
                        </a:spcAft>
                      </a:pPr>
                      <a:r>
                        <a:rPr lang="en-US" sz="800">
                          <a:effectLst/>
                        </a:rPr>
                        <a:t>user_C_response</a:t>
                      </a:r>
                      <a:endParaRPr lang="en-US" sz="800">
                        <a:effectLst/>
                        <a:latin typeface="Times New Roman" panose="02020603050405020304" pitchFamily="18" charset="0"/>
                        <a:ea typeface="Times New Roman" panose="02020603050405020304" pitchFamily="18" charset="0"/>
                      </a:endParaRPr>
                    </a:p>
                  </a:txBody>
                  <a:tcPr marL="16989" marR="16989" marT="16989" marB="16989"/>
                </a:tc>
                <a:tc>
                  <a:txBody>
                    <a:bodyPr/>
                    <a:lstStyle/>
                    <a:p>
                      <a:pPr marL="0" marR="0" algn="ctr">
                        <a:lnSpc>
                          <a:spcPct val="200000"/>
                        </a:lnSpc>
                        <a:spcBef>
                          <a:spcPts val="0"/>
                        </a:spcBef>
                        <a:spcAft>
                          <a:spcPts val="0"/>
                        </a:spcAft>
                      </a:pPr>
                      <a:r>
                        <a:rPr lang="en-US" sz="800">
                          <a:effectLst/>
                        </a:rPr>
                        <a:t>user_I_response</a:t>
                      </a:r>
                      <a:endParaRPr lang="en-US" sz="800">
                        <a:effectLst/>
                        <a:latin typeface="Times New Roman" panose="02020603050405020304" pitchFamily="18" charset="0"/>
                        <a:ea typeface="Times New Roman" panose="02020603050405020304" pitchFamily="18" charset="0"/>
                      </a:endParaRPr>
                    </a:p>
                  </a:txBody>
                  <a:tcPr marL="16989" marR="16989" marT="16989" marB="16989"/>
                </a:tc>
                <a:tc>
                  <a:txBody>
                    <a:bodyPr/>
                    <a:lstStyle/>
                    <a:p>
                      <a:pPr marL="0" marR="0" algn="ctr">
                        <a:lnSpc>
                          <a:spcPct val="200000"/>
                        </a:lnSpc>
                        <a:spcBef>
                          <a:spcPts val="0"/>
                        </a:spcBef>
                        <a:spcAft>
                          <a:spcPts val="0"/>
                        </a:spcAft>
                      </a:pPr>
                      <a:r>
                        <a:rPr lang="en-US" sz="800">
                          <a:effectLst/>
                        </a:rPr>
                        <a:t>Right_RT</a:t>
                      </a:r>
                      <a:endParaRPr lang="en-US" sz="800">
                        <a:effectLst/>
                        <a:latin typeface="Times New Roman" panose="02020603050405020304" pitchFamily="18" charset="0"/>
                        <a:ea typeface="Times New Roman" panose="02020603050405020304" pitchFamily="18" charset="0"/>
                      </a:endParaRPr>
                    </a:p>
                  </a:txBody>
                  <a:tcPr marL="16989" marR="16989" marT="16989" marB="16989"/>
                </a:tc>
                <a:tc>
                  <a:txBody>
                    <a:bodyPr/>
                    <a:lstStyle/>
                    <a:p>
                      <a:pPr marL="0" marR="0" algn="ctr">
                        <a:lnSpc>
                          <a:spcPct val="200000"/>
                        </a:lnSpc>
                        <a:spcBef>
                          <a:spcPts val="0"/>
                        </a:spcBef>
                        <a:spcAft>
                          <a:spcPts val="0"/>
                        </a:spcAft>
                      </a:pPr>
                      <a:r>
                        <a:rPr lang="en-US" sz="800">
                          <a:effectLst/>
                        </a:rPr>
                        <a:t>Wrong_RT</a:t>
                      </a:r>
                      <a:endParaRPr lang="en-US" sz="800">
                        <a:effectLst/>
                        <a:latin typeface="Times New Roman" panose="02020603050405020304" pitchFamily="18" charset="0"/>
                        <a:ea typeface="Times New Roman" panose="02020603050405020304" pitchFamily="18" charset="0"/>
                      </a:endParaRPr>
                    </a:p>
                  </a:txBody>
                  <a:tcPr marL="16989" marR="16989" marT="16989" marB="16989"/>
                </a:tc>
                <a:tc>
                  <a:txBody>
                    <a:bodyPr/>
                    <a:lstStyle/>
                    <a:p>
                      <a:pPr marL="0" marR="0" algn="ctr">
                        <a:lnSpc>
                          <a:spcPct val="200000"/>
                        </a:lnSpc>
                        <a:spcBef>
                          <a:spcPts val="0"/>
                        </a:spcBef>
                        <a:spcAft>
                          <a:spcPts val="0"/>
                        </a:spcAft>
                      </a:pPr>
                      <a:r>
                        <a:rPr lang="en-US" sz="800" dirty="0">
                          <a:effectLst/>
                        </a:rPr>
                        <a:t>mean__</a:t>
                      </a:r>
                      <a:r>
                        <a:rPr lang="en-US" sz="800" dirty="0" err="1">
                          <a:effectLst/>
                        </a:rPr>
                        <a:t>C_pupil</a:t>
                      </a:r>
                      <a:endParaRPr lang="en-US" sz="800" dirty="0">
                        <a:effectLst/>
                        <a:latin typeface="Times New Roman" panose="02020603050405020304" pitchFamily="18" charset="0"/>
                        <a:ea typeface="Times New Roman" panose="02020603050405020304" pitchFamily="18" charset="0"/>
                      </a:endParaRPr>
                    </a:p>
                  </a:txBody>
                  <a:tcPr marL="16989" marR="16989" marT="16989" marB="16989"/>
                </a:tc>
                <a:tc>
                  <a:txBody>
                    <a:bodyPr/>
                    <a:lstStyle/>
                    <a:p>
                      <a:pPr marL="0" marR="0" algn="ctr">
                        <a:lnSpc>
                          <a:spcPct val="200000"/>
                        </a:lnSpc>
                        <a:spcBef>
                          <a:spcPts val="0"/>
                        </a:spcBef>
                        <a:spcAft>
                          <a:spcPts val="0"/>
                        </a:spcAft>
                      </a:pPr>
                      <a:r>
                        <a:rPr lang="en-US" sz="800">
                          <a:effectLst/>
                        </a:rPr>
                        <a:t>mean__I_pupil</a:t>
                      </a:r>
                      <a:endParaRPr lang="en-US" sz="800">
                        <a:effectLst/>
                        <a:latin typeface="Times New Roman" panose="02020603050405020304" pitchFamily="18" charset="0"/>
                        <a:ea typeface="Times New Roman" panose="02020603050405020304" pitchFamily="18" charset="0"/>
                      </a:endParaRPr>
                    </a:p>
                  </a:txBody>
                  <a:tcPr marL="16989" marR="16989" marT="16989" marB="16989"/>
                </a:tc>
                <a:extLst>
                  <a:ext uri="{0D108BD9-81ED-4DB2-BD59-A6C34878D82A}">
                    <a16:rowId xmlns:a16="http://schemas.microsoft.com/office/drawing/2014/main" val="4189397977"/>
                  </a:ext>
                </a:extLst>
              </a:tr>
              <a:tr h="241378">
                <a:tc>
                  <a:txBody>
                    <a:bodyPr/>
                    <a:lstStyle/>
                    <a:p>
                      <a:pPr marL="0" marR="0">
                        <a:lnSpc>
                          <a:spcPct val="200000"/>
                        </a:lnSpc>
                        <a:spcBef>
                          <a:spcPts val="0"/>
                        </a:spcBef>
                        <a:spcAft>
                          <a:spcPts val="0"/>
                        </a:spcAft>
                      </a:pPr>
                      <a:r>
                        <a:rPr lang="en-US" sz="700">
                          <a:effectLst/>
                        </a:rPr>
                        <a:t>P1</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nSpc>
                          <a:spcPct val="200000"/>
                        </a:lnSpc>
                        <a:spcBef>
                          <a:spcPts val="0"/>
                        </a:spcBef>
                        <a:spcAft>
                          <a:spcPts val="0"/>
                        </a:spcAft>
                      </a:pPr>
                      <a:r>
                        <a:rPr lang="en-US" sz="800">
                          <a:effectLst/>
                        </a:rPr>
                        <a:t>FO&gt;FO</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gn="r">
                        <a:lnSpc>
                          <a:spcPct val="200000"/>
                        </a:lnSpc>
                        <a:spcBef>
                          <a:spcPts val="0"/>
                        </a:spcBef>
                        <a:spcAft>
                          <a:spcPts val="0"/>
                        </a:spcAft>
                      </a:pPr>
                      <a:r>
                        <a:rPr lang="en-US" sz="700">
                          <a:effectLst/>
                        </a:rPr>
                        <a:t>2</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gn="r">
                        <a:lnSpc>
                          <a:spcPct val="200000"/>
                        </a:lnSpc>
                        <a:spcBef>
                          <a:spcPts val="0"/>
                        </a:spcBef>
                        <a:spcAft>
                          <a:spcPts val="0"/>
                        </a:spcAft>
                      </a:pPr>
                      <a:r>
                        <a:rPr lang="en-US" sz="700">
                          <a:effectLst/>
                        </a:rPr>
                        <a:t>1</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gn="r">
                        <a:lnSpc>
                          <a:spcPct val="200000"/>
                        </a:lnSpc>
                        <a:spcBef>
                          <a:spcPts val="0"/>
                        </a:spcBef>
                        <a:spcAft>
                          <a:spcPts val="0"/>
                        </a:spcAft>
                      </a:pPr>
                      <a:r>
                        <a:rPr lang="en-US" sz="800">
                          <a:effectLst/>
                        </a:rPr>
                        <a:t>1.831</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gn="r">
                        <a:lnSpc>
                          <a:spcPct val="200000"/>
                        </a:lnSpc>
                        <a:spcBef>
                          <a:spcPts val="0"/>
                        </a:spcBef>
                        <a:spcAft>
                          <a:spcPts val="0"/>
                        </a:spcAft>
                      </a:pPr>
                      <a:r>
                        <a:rPr lang="en-US" sz="800">
                          <a:effectLst/>
                        </a:rPr>
                        <a:t>0.660</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gn="r">
                        <a:lnSpc>
                          <a:spcPct val="200000"/>
                        </a:lnSpc>
                        <a:spcBef>
                          <a:spcPts val="0"/>
                        </a:spcBef>
                        <a:spcAft>
                          <a:spcPts val="0"/>
                        </a:spcAft>
                      </a:pPr>
                      <a:r>
                        <a:rPr lang="en-US" sz="800">
                          <a:effectLst/>
                        </a:rPr>
                        <a:t>4.288</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gn="r">
                        <a:lnSpc>
                          <a:spcPct val="200000"/>
                        </a:lnSpc>
                        <a:spcBef>
                          <a:spcPts val="0"/>
                        </a:spcBef>
                        <a:spcAft>
                          <a:spcPts val="0"/>
                        </a:spcAft>
                      </a:pPr>
                      <a:r>
                        <a:rPr lang="en-US" sz="700">
                          <a:effectLst/>
                        </a:rPr>
                        <a:t>4.333</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extLst>
                  <a:ext uri="{0D108BD9-81ED-4DB2-BD59-A6C34878D82A}">
                    <a16:rowId xmlns:a16="http://schemas.microsoft.com/office/drawing/2014/main" val="1448726904"/>
                  </a:ext>
                </a:extLst>
              </a:tr>
              <a:tr h="241378">
                <a:tc>
                  <a:txBody>
                    <a:bodyPr/>
                    <a:lstStyle/>
                    <a:p>
                      <a:pPr marL="0" marR="0">
                        <a:lnSpc>
                          <a:spcPct val="200000"/>
                        </a:lnSpc>
                        <a:spcBef>
                          <a:spcPts val="0"/>
                        </a:spcBef>
                        <a:spcAft>
                          <a:spcPts val="0"/>
                        </a:spcAft>
                      </a:pPr>
                      <a:r>
                        <a:rPr lang="en-US" sz="700">
                          <a:effectLst/>
                        </a:rPr>
                        <a:t>P2</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nSpc>
                          <a:spcPct val="200000"/>
                        </a:lnSpc>
                        <a:spcBef>
                          <a:spcPts val="0"/>
                        </a:spcBef>
                        <a:spcAft>
                          <a:spcPts val="0"/>
                        </a:spcAft>
                      </a:pPr>
                      <a:r>
                        <a:rPr lang="en-US" sz="800">
                          <a:effectLst/>
                        </a:rPr>
                        <a:t>FO&gt;FO</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gn="r">
                        <a:lnSpc>
                          <a:spcPct val="200000"/>
                        </a:lnSpc>
                        <a:spcBef>
                          <a:spcPts val="0"/>
                        </a:spcBef>
                        <a:spcAft>
                          <a:spcPts val="0"/>
                        </a:spcAft>
                      </a:pPr>
                      <a:r>
                        <a:rPr lang="en-US" sz="700">
                          <a:effectLst/>
                        </a:rPr>
                        <a:t>0</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gn="r">
                        <a:lnSpc>
                          <a:spcPct val="200000"/>
                        </a:lnSpc>
                        <a:spcBef>
                          <a:spcPts val="0"/>
                        </a:spcBef>
                        <a:spcAft>
                          <a:spcPts val="0"/>
                        </a:spcAft>
                      </a:pPr>
                      <a:r>
                        <a:rPr lang="en-US" sz="700">
                          <a:effectLst/>
                        </a:rPr>
                        <a:t>3</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gn="r">
                        <a:lnSpc>
                          <a:spcPct val="200000"/>
                        </a:lnSpc>
                        <a:spcBef>
                          <a:spcPts val="0"/>
                        </a:spcBef>
                        <a:spcAft>
                          <a:spcPts val="0"/>
                        </a:spcAft>
                      </a:pPr>
                      <a:r>
                        <a:rPr lang="en-US" sz="800">
                          <a:effectLst/>
                        </a:rPr>
                        <a:t>0.000</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gn="r">
                        <a:lnSpc>
                          <a:spcPct val="200000"/>
                        </a:lnSpc>
                        <a:spcBef>
                          <a:spcPts val="0"/>
                        </a:spcBef>
                        <a:spcAft>
                          <a:spcPts val="0"/>
                        </a:spcAft>
                      </a:pPr>
                      <a:r>
                        <a:rPr lang="en-US" sz="800">
                          <a:effectLst/>
                        </a:rPr>
                        <a:t>0.706</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gn="r">
                        <a:lnSpc>
                          <a:spcPct val="200000"/>
                        </a:lnSpc>
                        <a:spcBef>
                          <a:spcPts val="0"/>
                        </a:spcBef>
                        <a:spcAft>
                          <a:spcPts val="0"/>
                        </a:spcAft>
                      </a:pPr>
                      <a:r>
                        <a:rPr lang="en-US" sz="800">
                          <a:effectLst/>
                        </a:rPr>
                        <a:t>0.000</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gn="r">
                        <a:lnSpc>
                          <a:spcPct val="200000"/>
                        </a:lnSpc>
                        <a:spcBef>
                          <a:spcPts val="0"/>
                        </a:spcBef>
                        <a:spcAft>
                          <a:spcPts val="0"/>
                        </a:spcAft>
                      </a:pPr>
                      <a:r>
                        <a:rPr lang="en-US" sz="700">
                          <a:effectLst/>
                        </a:rPr>
                        <a:t>3.466</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extLst>
                  <a:ext uri="{0D108BD9-81ED-4DB2-BD59-A6C34878D82A}">
                    <a16:rowId xmlns:a16="http://schemas.microsoft.com/office/drawing/2014/main" val="2264595003"/>
                  </a:ext>
                </a:extLst>
              </a:tr>
              <a:tr h="241378">
                <a:tc>
                  <a:txBody>
                    <a:bodyPr/>
                    <a:lstStyle/>
                    <a:p>
                      <a:pPr marL="0" marR="0">
                        <a:lnSpc>
                          <a:spcPct val="200000"/>
                        </a:lnSpc>
                        <a:spcBef>
                          <a:spcPts val="0"/>
                        </a:spcBef>
                        <a:spcAft>
                          <a:spcPts val="0"/>
                        </a:spcAft>
                      </a:pPr>
                      <a:r>
                        <a:rPr lang="en-US" sz="700">
                          <a:effectLst/>
                        </a:rPr>
                        <a:t>P3</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nSpc>
                          <a:spcPct val="200000"/>
                        </a:lnSpc>
                        <a:spcBef>
                          <a:spcPts val="0"/>
                        </a:spcBef>
                        <a:spcAft>
                          <a:spcPts val="0"/>
                        </a:spcAft>
                      </a:pPr>
                      <a:r>
                        <a:rPr lang="en-US" sz="800">
                          <a:effectLst/>
                        </a:rPr>
                        <a:t>FO&gt;FO</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gn="r">
                        <a:lnSpc>
                          <a:spcPct val="200000"/>
                        </a:lnSpc>
                        <a:spcBef>
                          <a:spcPts val="0"/>
                        </a:spcBef>
                        <a:spcAft>
                          <a:spcPts val="0"/>
                        </a:spcAft>
                      </a:pPr>
                      <a:r>
                        <a:rPr lang="en-US" sz="700">
                          <a:effectLst/>
                        </a:rPr>
                        <a:t>1</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gn="r">
                        <a:lnSpc>
                          <a:spcPct val="200000"/>
                        </a:lnSpc>
                        <a:spcBef>
                          <a:spcPts val="0"/>
                        </a:spcBef>
                        <a:spcAft>
                          <a:spcPts val="0"/>
                        </a:spcAft>
                      </a:pPr>
                      <a:r>
                        <a:rPr lang="en-US" sz="700">
                          <a:effectLst/>
                        </a:rPr>
                        <a:t>2</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gn="r">
                        <a:lnSpc>
                          <a:spcPct val="200000"/>
                        </a:lnSpc>
                        <a:spcBef>
                          <a:spcPts val="0"/>
                        </a:spcBef>
                        <a:spcAft>
                          <a:spcPts val="0"/>
                        </a:spcAft>
                      </a:pPr>
                      <a:r>
                        <a:rPr lang="en-US" sz="800">
                          <a:effectLst/>
                        </a:rPr>
                        <a:t>0.886</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gn="r">
                        <a:lnSpc>
                          <a:spcPct val="200000"/>
                        </a:lnSpc>
                        <a:spcBef>
                          <a:spcPts val="0"/>
                        </a:spcBef>
                        <a:spcAft>
                          <a:spcPts val="0"/>
                        </a:spcAft>
                      </a:pPr>
                      <a:r>
                        <a:rPr lang="en-US" sz="800">
                          <a:effectLst/>
                        </a:rPr>
                        <a:t>0.974</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gn="r">
                        <a:lnSpc>
                          <a:spcPct val="200000"/>
                        </a:lnSpc>
                        <a:spcBef>
                          <a:spcPts val="0"/>
                        </a:spcBef>
                        <a:spcAft>
                          <a:spcPts val="0"/>
                        </a:spcAft>
                      </a:pPr>
                      <a:r>
                        <a:rPr lang="en-US" sz="800">
                          <a:effectLst/>
                        </a:rPr>
                        <a:t>3.638</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gn="r">
                        <a:lnSpc>
                          <a:spcPct val="200000"/>
                        </a:lnSpc>
                        <a:spcBef>
                          <a:spcPts val="0"/>
                        </a:spcBef>
                        <a:spcAft>
                          <a:spcPts val="0"/>
                        </a:spcAft>
                      </a:pPr>
                      <a:r>
                        <a:rPr lang="en-US" sz="700">
                          <a:effectLst/>
                        </a:rPr>
                        <a:t>3.541</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extLst>
                  <a:ext uri="{0D108BD9-81ED-4DB2-BD59-A6C34878D82A}">
                    <a16:rowId xmlns:a16="http://schemas.microsoft.com/office/drawing/2014/main" val="1049762515"/>
                  </a:ext>
                </a:extLst>
              </a:tr>
              <a:tr h="241378">
                <a:tc>
                  <a:txBody>
                    <a:bodyPr/>
                    <a:lstStyle/>
                    <a:p>
                      <a:pPr marL="0" marR="0">
                        <a:lnSpc>
                          <a:spcPct val="200000"/>
                        </a:lnSpc>
                        <a:spcBef>
                          <a:spcPts val="0"/>
                        </a:spcBef>
                        <a:spcAft>
                          <a:spcPts val="0"/>
                        </a:spcAft>
                      </a:pPr>
                      <a:r>
                        <a:rPr lang="en-US" sz="700">
                          <a:effectLst/>
                        </a:rPr>
                        <a:t>P4</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nSpc>
                          <a:spcPct val="200000"/>
                        </a:lnSpc>
                        <a:spcBef>
                          <a:spcPts val="0"/>
                        </a:spcBef>
                        <a:spcAft>
                          <a:spcPts val="0"/>
                        </a:spcAft>
                      </a:pPr>
                      <a:r>
                        <a:rPr lang="en-US" sz="800">
                          <a:effectLst/>
                        </a:rPr>
                        <a:t>FO&gt;FO</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gn="r">
                        <a:lnSpc>
                          <a:spcPct val="200000"/>
                        </a:lnSpc>
                        <a:spcBef>
                          <a:spcPts val="0"/>
                        </a:spcBef>
                        <a:spcAft>
                          <a:spcPts val="0"/>
                        </a:spcAft>
                      </a:pPr>
                      <a:r>
                        <a:rPr lang="en-US" sz="700">
                          <a:effectLst/>
                        </a:rPr>
                        <a:t>1</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gn="r">
                        <a:lnSpc>
                          <a:spcPct val="200000"/>
                        </a:lnSpc>
                        <a:spcBef>
                          <a:spcPts val="0"/>
                        </a:spcBef>
                        <a:spcAft>
                          <a:spcPts val="0"/>
                        </a:spcAft>
                      </a:pPr>
                      <a:r>
                        <a:rPr lang="en-US" sz="700">
                          <a:effectLst/>
                        </a:rPr>
                        <a:t>2</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gn="r">
                        <a:lnSpc>
                          <a:spcPct val="200000"/>
                        </a:lnSpc>
                        <a:spcBef>
                          <a:spcPts val="0"/>
                        </a:spcBef>
                        <a:spcAft>
                          <a:spcPts val="0"/>
                        </a:spcAft>
                      </a:pPr>
                      <a:r>
                        <a:rPr lang="en-US" sz="800">
                          <a:effectLst/>
                        </a:rPr>
                        <a:t>0.518</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gn="r">
                        <a:lnSpc>
                          <a:spcPct val="200000"/>
                        </a:lnSpc>
                        <a:spcBef>
                          <a:spcPts val="0"/>
                        </a:spcBef>
                        <a:spcAft>
                          <a:spcPts val="0"/>
                        </a:spcAft>
                      </a:pPr>
                      <a:r>
                        <a:rPr lang="en-US" sz="800">
                          <a:effectLst/>
                        </a:rPr>
                        <a:t>0.896</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gn="r">
                        <a:lnSpc>
                          <a:spcPct val="200000"/>
                        </a:lnSpc>
                        <a:spcBef>
                          <a:spcPts val="0"/>
                        </a:spcBef>
                        <a:spcAft>
                          <a:spcPts val="0"/>
                        </a:spcAft>
                      </a:pPr>
                      <a:r>
                        <a:rPr lang="en-US" sz="800">
                          <a:effectLst/>
                        </a:rPr>
                        <a:t>3.311</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gn="r">
                        <a:lnSpc>
                          <a:spcPct val="200000"/>
                        </a:lnSpc>
                        <a:spcBef>
                          <a:spcPts val="0"/>
                        </a:spcBef>
                        <a:spcAft>
                          <a:spcPts val="0"/>
                        </a:spcAft>
                      </a:pPr>
                      <a:r>
                        <a:rPr lang="en-US" sz="700">
                          <a:effectLst/>
                        </a:rPr>
                        <a:t>3.288</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extLst>
                  <a:ext uri="{0D108BD9-81ED-4DB2-BD59-A6C34878D82A}">
                    <a16:rowId xmlns:a16="http://schemas.microsoft.com/office/drawing/2014/main" val="3334732206"/>
                  </a:ext>
                </a:extLst>
              </a:tr>
              <a:tr h="241378">
                <a:tc>
                  <a:txBody>
                    <a:bodyPr/>
                    <a:lstStyle/>
                    <a:p>
                      <a:pPr marL="0" marR="0">
                        <a:lnSpc>
                          <a:spcPct val="200000"/>
                        </a:lnSpc>
                        <a:spcBef>
                          <a:spcPts val="0"/>
                        </a:spcBef>
                        <a:spcAft>
                          <a:spcPts val="0"/>
                        </a:spcAft>
                      </a:pPr>
                      <a:r>
                        <a:rPr lang="en-US" sz="700">
                          <a:effectLst/>
                        </a:rPr>
                        <a:t>P5</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nSpc>
                          <a:spcPct val="200000"/>
                        </a:lnSpc>
                        <a:spcBef>
                          <a:spcPts val="0"/>
                        </a:spcBef>
                        <a:spcAft>
                          <a:spcPts val="0"/>
                        </a:spcAft>
                      </a:pPr>
                      <a:r>
                        <a:rPr lang="en-US" sz="800">
                          <a:effectLst/>
                        </a:rPr>
                        <a:t>FO&gt;FO</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gn="r">
                        <a:lnSpc>
                          <a:spcPct val="200000"/>
                        </a:lnSpc>
                        <a:spcBef>
                          <a:spcPts val="0"/>
                        </a:spcBef>
                        <a:spcAft>
                          <a:spcPts val="0"/>
                        </a:spcAft>
                      </a:pPr>
                      <a:r>
                        <a:rPr lang="en-US" sz="700">
                          <a:effectLst/>
                        </a:rPr>
                        <a:t>1</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gn="r">
                        <a:lnSpc>
                          <a:spcPct val="200000"/>
                        </a:lnSpc>
                        <a:spcBef>
                          <a:spcPts val="0"/>
                        </a:spcBef>
                        <a:spcAft>
                          <a:spcPts val="0"/>
                        </a:spcAft>
                      </a:pPr>
                      <a:r>
                        <a:rPr lang="en-US" sz="700">
                          <a:effectLst/>
                        </a:rPr>
                        <a:t>2</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gn="r">
                        <a:lnSpc>
                          <a:spcPct val="200000"/>
                        </a:lnSpc>
                        <a:spcBef>
                          <a:spcPts val="0"/>
                        </a:spcBef>
                        <a:spcAft>
                          <a:spcPts val="0"/>
                        </a:spcAft>
                      </a:pPr>
                      <a:r>
                        <a:rPr lang="en-US" sz="800">
                          <a:effectLst/>
                        </a:rPr>
                        <a:t>0.696</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gn="r">
                        <a:lnSpc>
                          <a:spcPct val="200000"/>
                        </a:lnSpc>
                        <a:spcBef>
                          <a:spcPts val="0"/>
                        </a:spcBef>
                        <a:spcAft>
                          <a:spcPts val="0"/>
                        </a:spcAft>
                      </a:pPr>
                      <a:r>
                        <a:rPr lang="en-US" sz="800">
                          <a:effectLst/>
                        </a:rPr>
                        <a:t>0.717</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gn="r">
                        <a:lnSpc>
                          <a:spcPct val="200000"/>
                        </a:lnSpc>
                        <a:spcBef>
                          <a:spcPts val="0"/>
                        </a:spcBef>
                        <a:spcAft>
                          <a:spcPts val="0"/>
                        </a:spcAft>
                      </a:pPr>
                      <a:r>
                        <a:rPr lang="en-US" sz="800">
                          <a:effectLst/>
                        </a:rPr>
                        <a:t>2.646</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gn="r">
                        <a:lnSpc>
                          <a:spcPct val="200000"/>
                        </a:lnSpc>
                        <a:spcBef>
                          <a:spcPts val="0"/>
                        </a:spcBef>
                        <a:spcAft>
                          <a:spcPts val="0"/>
                        </a:spcAft>
                      </a:pPr>
                      <a:r>
                        <a:rPr lang="en-US" sz="700">
                          <a:effectLst/>
                        </a:rPr>
                        <a:t>2.623</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extLst>
                  <a:ext uri="{0D108BD9-81ED-4DB2-BD59-A6C34878D82A}">
                    <a16:rowId xmlns:a16="http://schemas.microsoft.com/office/drawing/2014/main" val="1425701611"/>
                  </a:ext>
                </a:extLst>
              </a:tr>
              <a:tr h="241378">
                <a:tc>
                  <a:txBody>
                    <a:bodyPr/>
                    <a:lstStyle/>
                    <a:p>
                      <a:pPr marL="0" marR="0">
                        <a:lnSpc>
                          <a:spcPct val="200000"/>
                        </a:lnSpc>
                        <a:spcBef>
                          <a:spcPts val="0"/>
                        </a:spcBef>
                        <a:spcAft>
                          <a:spcPts val="0"/>
                        </a:spcAft>
                      </a:pPr>
                      <a:r>
                        <a:rPr lang="en-US" sz="700">
                          <a:effectLst/>
                        </a:rPr>
                        <a:t>P6</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nSpc>
                          <a:spcPct val="200000"/>
                        </a:lnSpc>
                        <a:spcBef>
                          <a:spcPts val="0"/>
                        </a:spcBef>
                        <a:spcAft>
                          <a:spcPts val="0"/>
                        </a:spcAft>
                      </a:pPr>
                      <a:r>
                        <a:rPr lang="en-US" sz="800">
                          <a:effectLst/>
                        </a:rPr>
                        <a:t>FO&gt;FO</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gn="r">
                        <a:lnSpc>
                          <a:spcPct val="200000"/>
                        </a:lnSpc>
                        <a:spcBef>
                          <a:spcPts val="0"/>
                        </a:spcBef>
                        <a:spcAft>
                          <a:spcPts val="0"/>
                        </a:spcAft>
                      </a:pPr>
                      <a:r>
                        <a:rPr lang="en-US" sz="700">
                          <a:effectLst/>
                        </a:rPr>
                        <a:t>1</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gn="r">
                        <a:lnSpc>
                          <a:spcPct val="200000"/>
                        </a:lnSpc>
                        <a:spcBef>
                          <a:spcPts val="0"/>
                        </a:spcBef>
                        <a:spcAft>
                          <a:spcPts val="0"/>
                        </a:spcAft>
                      </a:pPr>
                      <a:r>
                        <a:rPr lang="en-US" sz="700">
                          <a:effectLst/>
                        </a:rPr>
                        <a:t>2</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gn="r">
                        <a:lnSpc>
                          <a:spcPct val="200000"/>
                        </a:lnSpc>
                        <a:spcBef>
                          <a:spcPts val="0"/>
                        </a:spcBef>
                        <a:spcAft>
                          <a:spcPts val="0"/>
                        </a:spcAft>
                      </a:pPr>
                      <a:r>
                        <a:rPr lang="en-US" sz="800">
                          <a:effectLst/>
                        </a:rPr>
                        <a:t>0.845</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gn="r">
                        <a:lnSpc>
                          <a:spcPct val="200000"/>
                        </a:lnSpc>
                        <a:spcBef>
                          <a:spcPts val="0"/>
                        </a:spcBef>
                        <a:spcAft>
                          <a:spcPts val="0"/>
                        </a:spcAft>
                      </a:pPr>
                      <a:r>
                        <a:rPr lang="en-US" sz="800">
                          <a:effectLst/>
                        </a:rPr>
                        <a:t>0.668</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gn="r">
                        <a:lnSpc>
                          <a:spcPct val="200000"/>
                        </a:lnSpc>
                        <a:spcBef>
                          <a:spcPts val="0"/>
                        </a:spcBef>
                        <a:spcAft>
                          <a:spcPts val="0"/>
                        </a:spcAft>
                      </a:pPr>
                      <a:r>
                        <a:rPr lang="en-US" sz="800">
                          <a:effectLst/>
                        </a:rPr>
                        <a:t>4.161</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gn="r">
                        <a:lnSpc>
                          <a:spcPct val="200000"/>
                        </a:lnSpc>
                        <a:spcBef>
                          <a:spcPts val="0"/>
                        </a:spcBef>
                        <a:spcAft>
                          <a:spcPts val="0"/>
                        </a:spcAft>
                      </a:pPr>
                      <a:r>
                        <a:rPr lang="en-US" sz="700">
                          <a:effectLst/>
                        </a:rPr>
                        <a:t>3.972</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extLst>
                  <a:ext uri="{0D108BD9-81ED-4DB2-BD59-A6C34878D82A}">
                    <a16:rowId xmlns:a16="http://schemas.microsoft.com/office/drawing/2014/main" val="1916398894"/>
                  </a:ext>
                </a:extLst>
              </a:tr>
              <a:tr h="241378">
                <a:tc>
                  <a:txBody>
                    <a:bodyPr/>
                    <a:lstStyle/>
                    <a:p>
                      <a:pPr marL="0" marR="0">
                        <a:lnSpc>
                          <a:spcPct val="200000"/>
                        </a:lnSpc>
                        <a:spcBef>
                          <a:spcPts val="0"/>
                        </a:spcBef>
                        <a:spcAft>
                          <a:spcPts val="0"/>
                        </a:spcAft>
                      </a:pPr>
                      <a:r>
                        <a:rPr lang="en-US" sz="700">
                          <a:effectLst/>
                        </a:rPr>
                        <a:t>P7</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nSpc>
                          <a:spcPct val="200000"/>
                        </a:lnSpc>
                        <a:spcBef>
                          <a:spcPts val="0"/>
                        </a:spcBef>
                        <a:spcAft>
                          <a:spcPts val="0"/>
                        </a:spcAft>
                      </a:pPr>
                      <a:r>
                        <a:rPr lang="en-US" sz="800">
                          <a:effectLst/>
                        </a:rPr>
                        <a:t>FO&gt;FO</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gn="r">
                        <a:lnSpc>
                          <a:spcPct val="200000"/>
                        </a:lnSpc>
                        <a:spcBef>
                          <a:spcPts val="0"/>
                        </a:spcBef>
                        <a:spcAft>
                          <a:spcPts val="0"/>
                        </a:spcAft>
                      </a:pPr>
                      <a:r>
                        <a:rPr lang="en-US" sz="700">
                          <a:effectLst/>
                        </a:rPr>
                        <a:t>1</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gn="r">
                        <a:lnSpc>
                          <a:spcPct val="200000"/>
                        </a:lnSpc>
                        <a:spcBef>
                          <a:spcPts val="0"/>
                        </a:spcBef>
                        <a:spcAft>
                          <a:spcPts val="0"/>
                        </a:spcAft>
                      </a:pPr>
                      <a:r>
                        <a:rPr lang="en-US" sz="700">
                          <a:effectLst/>
                        </a:rPr>
                        <a:t>1</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gn="r">
                        <a:lnSpc>
                          <a:spcPct val="200000"/>
                        </a:lnSpc>
                        <a:spcBef>
                          <a:spcPts val="0"/>
                        </a:spcBef>
                        <a:spcAft>
                          <a:spcPts val="0"/>
                        </a:spcAft>
                      </a:pPr>
                      <a:r>
                        <a:rPr lang="en-US" sz="800">
                          <a:effectLst/>
                        </a:rPr>
                        <a:t>0.922</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gn="r">
                        <a:lnSpc>
                          <a:spcPct val="200000"/>
                        </a:lnSpc>
                        <a:spcBef>
                          <a:spcPts val="0"/>
                        </a:spcBef>
                        <a:spcAft>
                          <a:spcPts val="0"/>
                        </a:spcAft>
                      </a:pPr>
                      <a:r>
                        <a:rPr lang="en-US" sz="800">
                          <a:effectLst/>
                        </a:rPr>
                        <a:t>0.450</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gn="r">
                        <a:lnSpc>
                          <a:spcPct val="200000"/>
                        </a:lnSpc>
                        <a:spcBef>
                          <a:spcPts val="0"/>
                        </a:spcBef>
                        <a:spcAft>
                          <a:spcPts val="0"/>
                        </a:spcAft>
                      </a:pPr>
                      <a:r>
                        <a:rPr lang="en-US" sz="800">
                          <a:effectLst/>
                        </a:rPr>
                        <a:t>5.289</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gn="r">
                        <a:lnSpc>
                          <a:spcPct val="200000"/>
                        </a:lnSpc>
                        <a:spcBef>
                          <a:spcPts val="0"/>
                        </a:spcBef>
                        <a:spcAft>
                          <a:spcPts val="0"/>
                        </a:spcAft>
                      </a:pPr>
                      <a:r>
                        <a:rPr lang="en-US" sz="700">
                          <a:effectLst/>
                        </a:rPr>
                        <a:t>5.233</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extLst>
                  <a:ext uri="{0D108BD9-81ED-4DB2-BD59-A6C34878D82A}">
                    <a16:rowId xmlns:a16="http://schemas.microsoft.com/office/drawing/2014/main" val="3770330207"/>
                  </a:ext>
                </a:extLst>
              </a:tr>
              <a:tr h="241378">
                <a:tc>
                  <a:txBody>
                    <a:bodyPr/>
                    <a:lstStyle/>
                    <a:p>
                      <a:pPr marL="0" marR="0">
                        <a:lnSpc>
                          <a:spcPct val="200000"/>
                        </a:lnSpc>
                        <a:spcBef>
                          <a:spcPts val="0"/>
                        </a:spcBef>
                        <a:spcAft>
                          <a:spcPts val="0"/>
                        </a:spcAft>
                      </a:pPr>
                      <a:r>
                        <a:rPr lang="en-US" sz="700">
                          <a:effectLst/>
                        </a:rPr>
                        <a:t>P8</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nSpc>
                          <a:spcPct val="200000"/>
                        </a:lnSpc>
                        <a:spcBef>
                          <a:spcPts val="0"/>
                        </a:spcBef>
                        <a:spcAft>
                          <a:spcPts val="0"/>
                        </a:spcAft>
                      </a:pPr>
                      <a:r>
                        <a:rPr lang="en-US" sz="800">
                          <a:effectLst/>
                        </a:rPr>
                        <a:t>FO&gt;FO</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gn="r">
                        <a:lnSpc>
                          <a:spcPct val="200000"/>
                        </a:lnSpc>
                        <a:spcBef>
                          <a:spcPts val="0"/>
                        </a:spcBef>
                        <a:spcAft>
                          <a:spcPts val="0"/>
                        </a:spcAft>
                      </a:pPr>
                      <a:r>
                        <a:rPr lang="en-US" sz="700">
                          <a:effectLst/>
                        </a:rPr>
                        <a:t>2</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gn="r">
                        <a:lnSpc>
                          <a:spcPct val="200000"/>
                        </a:lnSpc>
                        <a:spcBef>
                          <a:spcPts val="0"/>
                        </a:spcBef>
                        <a:spcAft>
                          <a:spcPts val="0"/>
                        </a:spcAft>
                      </a:pPr>
                      <a:r>
                        <a:rPr lang="en-US" sz="700">
                          <a:effectLst/>
                        </a:rPr>
                        <a:t>1</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gn="r">
                        <a:lnSpc>
                          <a:spcPct val="200000"/>
                        </a:lnSpc>
                        <a:spcBef>
                          <a:spcPts val="0"/>
                        </a:spcBef>
                        <a:spcAft>
                          <a:spcPts val="0"/>
                        </a:spcAft>
                      </a:pPr>
                      <a:r>
                        <a:rPr lang="en-US" sz="800">
                          <a:effectLst/>
                        </a:rPr>
                        <a:t>0.645</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gn="r">
                        <a:lnSpc>
                          <a:spcPct val="200000"/>
                        </a:lnSpc>
                        <a:spcBef>
                          <a:spcPts val="0"/>
                        </a:spcBef>
                        <a:spcAft>
                          <a:spcPts val="0"/>
                        </a:spcAft>
                      </a:pPr>
                      <a:r>
                        <a:rPr lang="en-US" sz="800">
                          <a:effectLst/>
                        </a:rPr>
                        <a:t>1.090</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gn="r">
                        <a:lnSpc>
                          <a:spcPct val="200000"/>
                        </a:lnSpc>
                        <a:spcBef>
                          <a:spcPts val="0"/>
                        </a:spcBef>
                        <a:spcAft>
                          <a:spcPts val="0"/>
                        </a:spcAft>
                      </a:pPr>
                      <a:r>
                        <a:rPr lang="en-US" sz="800">
                          <a:effectLst/>
                        </a:rPr>
                        <a:t>2.610</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gn="r">
                        <a:lnSpc>
                          <a:spcPct val="200000"/>
                        </a:lnSpc>
                        <a:spcBef>
                          <a:spcPts val="0"/>
                        </a:spcBef>
                        <a:spcAft>
                          <a:spcPts val="0"/>
                        </a:spcAft>
                      </a:pPr>
                      <a:r>
                        <a:rPr lang="en-US" sz="700">
                          <a:effectLst/>
                        </a:rPr>
                        <a:t>2.660</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extLst>
                  <a:ext uri="{0D108BD9-81ED-4DB2-BD59-A6C34878D82A}">
                    <a16:rowId xmlns:a16="http://schemas.microsoft.com/office/drawing/2014/main" val="641727484"/>
                  </a:ext>
                </a:extLst>
              </a:tr>
              <a:tr h="241378">
                <a:tc>
                  <a:txBody>
                    <a:bodyPr/>
                    <a:lstStyle/>
                    <a:p>
                      <a:pPr marL="0" marR="0">
                        <a:lnSpc>
                          <a:spcPct val="200000"/>
                        </a:lnSpc>
                        <a:spcBef>
                          <a:spcPts val="0"/>
                        </a:spcBef>
                        <a:spcAft>
                          <a:spcPts val="0"/>
                        </a:spcAft>
                      </a:pPr>
                      <a:r>
                        <a:rPr lang="en-US" sz="700">
                          <a:effectLst/>
                        </a:rPr>
                        <a:t>P9</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nSpc>
                          <a:spcPct val="200000"/>
                        </a:lnSpc>
                        <a:spcBef>
                          <a:spcPts val="0"/>
                        </a:spcBef>
                        <a:spcAft>
                          <a:spcPts val="0"/>
                        </a:spcAft>
                      </a:pPr>
                      <a:r>
                        <a:rPr lang="en-US" sz="800">
                          <a:effectLst/>
                        </a:rPr>
                        <a:t>FO&gt;FO</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gn="r">
                        <a:lnSpc>
                          <a:spcPct val="200000"/>
                        </a:lnSpc>
                        <a:spcBef>
                          <a:spcPts val="0"/>
                        </a:spcBef>
                        <a:spcAft>
                          <a:spcPts val="0"/>
                        </a:spcAft>
                      </a:pPr>
                      <a:r>
                        <a:rPr lang="en-US" sz="700">
                          <a:effectLst/>
                        </a:rPr>
                        <a:t>2</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gn="r">
                        <a:lnSpc>
                          <a:spcPct val="200000"/>
                        </a:lnSpc>
                        <a:spcBef>
                          <a:spcPts val="0"/>
                        </a:spcBef>
                        <a:spcAft>
                          <a:spcPts val="0"/>
                        </a:spcAft>
                      </a:pPr>
                      <a:r>
                        <a:rPr lang="en-US" sz="700">
                          <a:effectLst/>
                        </a:rPr>
                        <a:t>1</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gn="r">
                        <a:lnSpc>
                          <a:spcPct val="200000"/>
                        </a:lnSpc>
                        <a:spcBef>
                          <a:spcPts val="0"/>
                        </a:spcBef>
                        <a:spcAft>
                          <a:spcPts val="0"/>
                        </a:spcAft>
                      </a:pPr>
                      <a:r>
                        <a:rPr lang="en-US" sz="800">
                          <a:effectLst/>
                        </a:rPr>
                        <a:t>1.357</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gn="r">
                        <a:lnSpc>
                          <a:spcPct val="200000"/>
                        </a:lnSpc>
                        <a:spcBef>
                          <a:spcPts val="0"/>
                        </a:spcBef>
                        <a:spcAft>
                          <a:spcPts val="0"/>
                        </a:spcAft>
                      </a:pPr>
                      <a:r>
                        <a:rPr lang="en-US" sz="800">
                          <a:effectLst/>
                        </a:rPr>
                        <a:t>0.525</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gn="r">
                        <a:lnSpc>
                          <a:spcPct val="200000"/>
                        </a:lnSpc>
                        <a:spcBef>
                          <a:spcPts val="0"/>
                        </a:spcBef>
                        <a:spcAft>
                          <a:spcPts val="0"/>
                        </a:spcAft>
                      </a:pPr>
                      <a:r>
                        <a:rPr lang="en-US" sz="800">
                          <a:effectLst/>
                        </a:rPr>
                        <a:t>3.595</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gn="r">
                        <a:lnSpc>
                          <a:spcPct val="200000"/>
                        </a:lnSpc>
                        <a:spcBef>
                          <a:spcPts val="0"/>
                        </a:spcBef>
                        <a:spcAft>
                          <a:spcPts val="0"/>
                        </a:spcAft>
                      </a:pPr>
                      <a:r>
                        <a:rPr lang="en-US" sz="700">
                          <a:effectLst/>
                        </a:rPr>
                        <a:t>3.635</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extLst>
                  <a:ext uri="{0D108BD9-81ED-4DB2-BD59-A6C34878D82A}">
                    <a16:rowId xmlns:a16="http://schemas.microsoft.com/office/drawing/2014/main" val="1396717847"/>
                  </a:ext>
                </a:extLst>
              </a:tr>
              <a:tr h="241378">
                <a:tc>
                  <a:txBody>
                    <a:bodyPr/>
                    <a:lstStyle/>
                    <a:p>
                      <a:pPr marL="0" marR="0">
                        <a:lnSpc>
                          <a:spcPct val="200000"/>
                        </a:lnSpc>
                        <a:spcBef>
                          <a:spcPts val="0"/>
                        </a:spcBef>
                        <a:spcAft>
                          <a:spcPts val="0"/>
                        </a:spcAft>
                      </a:pPr>
                      <a:r>
                        <a:rPr lang="en-US" sz="700">
                          <a:effectLst/>
                        </a:rPr>
                        <a:t>P10</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nSpc>
                          <a:spcPct val="200000"/>
                        </a:lnSpc>
                        <a:spcBef>
                          <a:spcPts val="0"/>
                        </a:spcBef>
                        <a:spcAft>
                          <a:spcPts val="0"/>
                        </a:spcAft>
                      </a:pPr>
                      <a:r>
                        <a:rPr lang="en-US" sz="800">
                          <a:effectLst/>
                        </a:rPr>
                        <a:t>FO&gt;FO</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gn="r">
                        <a:lnSpc>
                          <a:spcPct val="200000"/>
                        </a:lnSpc>
                        <a:spcBef>
                          <a:spcPts val="0"/>
                        </a:spcBef>
                        <a:spcAft>
                          <a:spcPts val="0"/>
                        </a:spcAft>
                      </a:pPr>
                      <a:r>
                        <a:rPr lang="en-US" sz="700">
                          <a:effectLst/>
                        </a:rPr>
                        <a:t>2</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gn="r">
                        <a:lnSpc>
                          <a:spcPct val="200000"/>
                        </a:lnSpc>
                        <a:spcBef>
                          <a:spcPts val="0"/>
                        </a:spcBef>
                        <a:spcAft>
                          <a:spcPts val="0"/>
                        </a:spcAft>
                      </a:pPr>
                      <a:r>
                        <a:rPr lang="en-US" sz="700" dirty="0">
                          <a:effectLst/>
                        </a:rPr>
                        <a:t>1</a:t>
                      </a:r>
                      <a:endParaRPr lang="en-US" sz="800" dirty="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gn="r">
                        <a:lnSpc>
                          <a:spcPct val="200000"/>
                        </a:lnSpc>
                        <a:spcBef>
                          <a:spcPts val="0"/>
                        </a:spcBef>
                        <a:spcAft>
                          <a:spcPts val="0"/>
                        </a:spcAft>
                      </a:pPr>
                      <a:r>
                        <a:rPr lang="en-US" sz="800">
                          <a:effectLst/>
                        </a:rPr>
                        <a:t>0.727</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gn="r">
                        <a:lnSpc>
                          <a:spcPct val="200000"/>
                        </a:lnSpc>
                        <a:spcBef>
                          <a:spcPts val="0"/>
                        </a:spcBef>
                        <a:spcAft>
                          <a:spcPts val="0"/>
                        </a:spcAft>
                      </a:pPr>
                      <a:r>
                        <a:rPr lang="en-US" sz="800">
                          <a:effectLst/>
                        </a:rPr>
                        <a:t>0.845</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gn="r">
                        <a:lnSpc>
                          <a:spcPct val="200000"/>
                        </a:lnSpc>
                        <a:spcBef>
                          <a:spcPts val="0"/>
                        </a:spcBef>
                        <a:spcAft>
                          <a:spcPts val="0"/>
                        </a:spcAft>
                      </a:pPr>
                      <a:r>
                        <a:rPr lang="en-US" sz="800">
                          <a:effectLst/>
                        </a:rPr>
                        <a:t>2.596</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gn="r">
                        <a:lnSpc>
                          <a:spcPct val="200000"/>
                        </a:lnSpc>
                        <a:spcBef>
                          <a:spcPts val="0"/>
                        </a:spcBef>
                        <a:spcAft>
                          <a:spcPts val="0"/>
                        </a:spcAft>
                      </a:pPr>
                      <a:r>
                        <a:rPr lang="en-US" sz="700">
                          <a:effectLst/>
                        </a:rPr>
                        <a:t>2.717</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extLst>
                  <a:ext uri="{0D108BD9-81ED-4DB2-BD59-A6C34878D82A}">
                    <a16:rowId xmlns:a16="http://schemas.microsoft.com/office/drawing/2014/main" val="1939290272"/>
                  </a:ext>
                </a:extLst>
              </a:tr>
              <a:tr h="241378">
                <a:tc>
                  <a:txBody>
                    <a:bodyPr/>
                    <a:lstStyle/>
                    <a:p>
                      <a:pPr marL="0" marR="0">
                        <a:lnSpc>
                          <a:spcPct val="200000"/>
                        </a:lnSpc>
                        <a:spcBef>
                          <a:spcPts val="0"/>
                        </a:spcBef>
                        <a:spcAft>
                          <a:spcPts val="0"/>
                        </a:spcAft>
                      </a:pPr>
                      <a:r>
                        <a:rPr lang="en-US" sz="700">
                          <a:effectLst/>
                        </a:rPr>
                        <a:t>P11</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nSpc>
                          <a:spcPct val="200000"/>
                        </a:lnSpc>
                        <a:spcBef>
                          <a:spcPts val="0"/>
                        </a:spcBef>
                        <a:spcAft>
                          <a:spcPts val="0"/>
                        </a:spcAft>
                      </a:pPr>
                      <a:r>
                        <a:rPr lang="en-US" sz="800">
                          <a:effectLst/>
                        </a:rPr>
                        <a:t>FO&gt;FO</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gn="r">
                        <a:lnSpc>
                          <a:spcPct val="200000"/>
                        </a:lnSpc>
                        <a:spcBef>
                          <a:spcPts val="0"/>
                        </a:spcBef>
                        <a:spcAft>
                          <a:spcPts val="0"/>
                        </a:spcAft>
                      </a:pPr>
                      <a:r>
                        <a:rPr lang="en-US" sz="700">
                          <a:effectLst/>
                        </a:rPr>
                        <a:t>3</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gn="r">
                        <a:lnSpc>
                          <a:spcPct val="200000"/>
                        </a:lnSpc>
                        <a:spcBef>
                          <a:spcPts val="0"/>
                        </a:spcBef>
                        <a:spcAft>
                          <a:spcPts val="0"/>
                        </a:spcAft>
                      </a:pPr>
                      <a:r>
                        <a:rPr lang="en-US" sz="700">
                          <a:effectLst/>
                        </a:rPr>
                        <a:t>0</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gn="r">
                        <a:lnSpc>
                          <a:spcPct val="200000"/>
                        </a:lnSpc>
                        <a:spcBef>
                          <a:spcPts val="0"/>
                        </a:spcBef>
                        <a:spcAft>
                          <a:spcPts val="0"/>
                        </a:spcAft>
                      </a:pPr>
                      <a:r>
                        <a:rPr lang="en-US" sz="800">
                          <a:effectLst/>
                        </a:rPr>
                        <a:t>0.580</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gn="r">
                        <a:lnSpc>
                          <a:spcPct val="200000"/>
                        </a:lnSpc>
                        <a:spcBef>
                          <a:spcPts val="0"/>
                        </a:spcBef>
                        <a:spcAft>
                          <a:spcPts val="0"/>
                        </a:spcAft>
                      </a:pPr>
                      <a:r>
                        <a:rPr lang="en-US" sz="800">
                          <a:effectLst/>
                        </a:rPr>
                        <a:t>0.000</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gn="r">
                        <a:lnSpc>
                          <a:spcPct val="200000"/>
                        </a:lnSpc>
                        <a:spcBef>
                          <a:spcPts val="0"/>
                        </a:spcBef>
                        <a:spcAft>
                          <a:spcPts val="0"/>
                        </a:spcAft>
                      </a:pPr>
                      <a:r>
                        <a:rPr lang="en-US" sz="800">
                          <a:effectLst/>
                        </a:rPr>
                        <a:t>4.108</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gn="r">
                        <a:lnSpc>
                          <a:spcPct val="200000"/>
                        </a:lnSpc>
                        <a:spcBef>
                          <a:spcPts val="0"/>
                        </a:spcBef>
                        <a:spcAft>
                          <a:spcPts val="0"/>
                        </a:spcAft>
                      </a:pPr>
                      <a:r>
                        <a:rPr lang="en-US" sz="700">
                          <a:effectLst/>
                        </a:rPr>
                        <a:t>0.000</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extLst>
                  <a:ext uri="{0D108BD9-81ED-4DB2-BD59-A6C34878D82A}">
                    <a16:rowId xmlns:a16="http://schemas.microsoft.com/office/drawing/2014/main" val="59233320"/>
                  </a:ext>
                </a:extLst>
              </a:tr>
              <a:tr h="241378">
                <a:tc>
                  <a:txBody>
                    <a:bodyPr/>
                    <a:lstStyle/>
                    <a:p>
                      <a:pPr marL="0" marR="0">
                        <a:lnSpc>
                          <a:spcPct val="200000"/>
                        </a:lnSpc>
                        <a:spcBef>
                          <a:spcPts val="0"/>
                        </a:spcBef>
                        <a:spcAft>
                          <a:spcPts val="0"/>
                        </a:spcAft>
                      </a:pPr>
                      <a:r>
                        <a:rPr lang="en-US" sz="700">
                          <a:effectLst/>
                        </a:rPr>
                        <a:t>P12</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nSpc>
                          <a:spcPct val="200000"/>
                        </a:lnSpc>
                        <a:spcBef>
                          <a:spcPts val="0"/>
                        </a:spcBef>
                        <a:spcAft>
                          <a:spcPts val="0"/>
                        </a:spcAft>
                      </a:pPr>
                      <a:r>
                        <a:rPr lang="en-US" sz="800">
                          <a:effectLst/>
                        </a:rPr>
                        <a:t>FO&gt;FO</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gn="r">
                        <a:lnSpc>
                          <a:spcPct val="200000"/>
                        </a:lnSpc>
                        <a:spcBef>
                          <a:spcPts val="0"/>
                        </a:spcBef>
                        <a:spcAft>
                          <a:spcPts val="0"/>
                        </a:spcAft>
                      </a:pPr>
                      <a:r>
                        <a:rPr lang="en-US" sz="700">
                          <a:effectLst/>
                        </a:rPr>
                        <a:t>2</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gn="r">
                        <a:lnSpc>
                          <a:spcPct val="200000"/>
                        </a:lnSpc>
                        <a:spcBef>
                          <a:spcPts val="0"/>
                        </a:spcBef>
                        <a:spcAft>
                          <a:spcPts val="0"/>
                        </a:spcAft>
                      </a:pPr>
                      <a:r>
                        <a:rPr lang="en-US" sz="700">
                          <a:effectLst/>
                        </a:rPr>
                        <a:t>1</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gn="r">
                        <a:lnSpc>
                          <a:spcPct val="200000"/>
                        </a:lnSpc>
                        <a:spcBef>
                          <a:spcPts val="0"/>
                        </a:spcBef>
                        <a:spcAft>
                          <a:spcPts val="0"/>
                        </a:spcAft>
                      </a:pPr>
                      <a:r>
                        <a:rPr lang="en-US" sz="800">
                          <a:effectLst/>
                        </a:rPr>
                        <a:t>1.331</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gn="r">
                        <a:lnSpc>
                          <a:spcPct val="200000"/>
                        </a:lnSpc>
                        <a:spcBef>
                          <a:spcPts val="0"/>
                        </a:spcBef>
                        <a:spcAft>
                          <a:spcPts val="0"/>
                        </a:spcAft>
                      </a:pPr>
                      <a:r>
                        <a:rPr lang="en-US" sz="800">
                          <a:effectLst/>
                        </a:rPr>
                        <a:t>1.197</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gn="r">
                        <a:lnSpc>
                          <a:spcPct val="200000"/>
                        </a:lnSpc>
                        <a:spcBef>
                          <a:spcPts val="0"/>
                        </a:spcBef>
                        <a:spcAft>
                          <a:spcPts val="0"/>
                        </a:spcAft>
                      </a:pPr>
                      <a:r>
                        <a:rPr lang="en-US" sz="800">
                          <a:effectLst/>
                        </a:rPr>
                        <a:t>4.112</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gn="r">
                        <a:lnSpc>
                          <a:spcPct val="200000"/>
                        </a:lnSpc>
                        <a:spcBef>
                          <a:spcPts val="0"/>
                        </a:spcBef>
                        <a:spcAft>
                          <a:spcPts val="0"/>
                        </a:spcAft>
                      </a:pPr>
                      <a:r>
                        <a:rPr lang="en-US" sz="700">
                          <a:effectLst/>
                        </a:rPr>
                        <a:t>4.018</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extLst>
                  <a:ext uri="{0D108BD9-81ED-4DB2-BD59-A6C34878D82A}">
                    <a16:rowId xmlns:a16="http://schemas.microsoft.com/office/drawing/2014/main" val="4205054687"/>
                  </a:ext>
                </a:extLst>
              </a:tr>
              <a:tr h="241378">
                <a:tc>
                  <a:txBody>
                    <a:bodyPr/>
                    <a:lstStyle/>
                    <a:p>
                      <a:pPr marL="0" marR="0">
                        <a:lnSpc>
                          <a:spcPct val="200000"/>
                        </a:lnSpc>
                        <a:spcBef>
                          <a:spcPts val="0"/>
                        </a:spcBef>
                        <a:spcAft>
                          <a:spcPts val="0"/>
                        </a:spcAft>
                      </a:pPr>
                      <a:r>
                        <a:rPr lang="en-US" sz="700">
                          <a:effectLst/>
                        </a:rPr>
                        <a:t>P13</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nSpc>
                          <a:spcPct val="200000"/>
                        </a:lnSpc>
                        <a:spcBef>
                          <a:spcPts val="0"/>
                        </a:spcBef>
                        <a:spcAft>
                          <a:spcPts val="0"/>
                        </a:spcAft>
                      </a:pPr>
                      <a:r>
                        <a:rPr lang="en-US" sz="800">
                          <a:effectLst/>
                        </a:rPr>
                        <a:t>FO&gt;FO</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gn="r">
                        <a:lnSpc>
                          <a:spcPct val="200000"/>
                        </a:lnSpc>
                        <a:spcBef>
                          <a:spcPts val="0"/>
                        </a:spcBef>
                        <a:spcAft>
                          <a:spcPts val="0"/>
                        </a:spcAft>
                      </a:pPr>
                      <a:r>
                        <a:rPr lang="en-US" sz="700">
                          <a:effectLst/>
                        </a:rPr>
                        <a:t>2</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gn="r">
                        <a:lnSpc>
                          <a:spcPct val="200000"/>
                        </a:lnSpc>
                        <a:spcBef>
                          <a:spcPts val="0"/>
                        </a:spcBef>
                        <a:spcAft>
                          <a:spcPts val="0"/>
                        </a:spcAft>
                      </a:pPr>
                      <a:r>
                        <a:rPr lang="en-US" sz="700">
                          <a:effectLst/>
                        </a:rPr>
                        <a:t>1</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gn="r">
                        <a:lnSpc>
                          <a:spcPct val="200000"/>
                        </a:lnSpc>
                        <a:spcBef>
                          <a:spcPts val="0"/>
                        </a:spcBef>
                        <a:spcAft>
                          <a:spcPts val="0"/>
                        </a:spcAft>
                      </a:pPr>
                      <a:r>
                        <a:rPr lang="en-US" sz="800">
                          <a:effectLst/>
                        </a:rPr>
                        <a:t>0.699</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gn="r">
                        <a:lnSpc>
                          <a:spcPct val="200000"/>
                        </a:lnSpc>
                        <a:spcBef>
                          <a:spcPts val="0"/>
                        </a:spcBef>
                        <a:spcAft>
                          <a:spcPts val="0"/>
                        </a:spcAft>
                      </a:pPr>
                      <a:r>
                        <a:rPr lang="en-US" sz="800">
                          <a:effectLst/>
                        </a:rPr>
                        <a:t>1.367</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gn="r">
                        <a:lnSpc>
                          <a:spcPct val="200000"/>
                        </a:lnSpc>
                        <a:spcBef>
                          <a:spcPts val="0"/>
                        </a:spcBef>
                        <a:spcAft>
                          <a:spcPts val="0"/>
                        </a:spcAft>
                      </a:pPr>
                      <a:r>
                        <a:rPr lang="en-US" sz="800">
                          <a:effectLst/>
                        </a:rPr>
                        <a:t>3.782</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gn="r">
                        <a:lnSpc>
                          <a:spcPct val="200000"/>
                        </a:lnSpc>
                        <a:spcBef>
                          <a:spcPts val="0"/>
                        </a:spcBef>
                        <a:spcAft>
                          <a:spcPts val="0"/>
                        </a:spcAft>
                      </a:pPr>
                      <a:r>
                        <a:rPr lang="en-US" sz="700" dirty="0">
                          <a:effectLst/>
                        </a:rPr>
                        <a:t>3.685</a:t>
                      </a:r>
                      <a:endParaRPr lang="en-US" sz="800" dirty="0">
                        <a:effectLst/>
                        <a:latin typeface="Times New Roman" panose="02020603050405020304" pitchFamily="18" charset="0"/>
                        <a:ea typeface="Times New Roman" panose="02020603050405020304" pitchFamily="18" charset="0"/>
                      </a:endParaRPr>
                    </a:p>
                  </a:txBody>
                  <a:tcPr marL="16989" marR="16989" marT="16989" marB="16989" anchor="b"/>
                </a:tc>
                <a:extLst>
                  <a:ext uri="{0D108BD9-81ED-4DB2-BD59-A6C34878D82A}">
                    <a16:rowId xmlns:a16="http://schemas.microsoft.com/office/drawing/2014/main" val="868173434"/>
                  </a:ext>
                </a:extLst>
              </a:tr>
              <a:tr h="241378">
                <a:tc>
                  <a:txBody>
                    <a:bodyPr/>
                    <a:lstStyle/>
                    <a:p>
                      <a:pPr marL="0" marR="0">
                        <a:lnSpc>
                          <a:spcPct val="200000"/>
                        </a:lnSpc>
                        <a:spcBef>
                          <a:spcPts val="0"/>
                        </a:spcBef>
                        <a:spcAft>
                          <a:spcPts val="0"/>
                        </a:spcAft>
                      </a:pPr>
                      <a:r>
                        <a:rPr lang="en-US" sz="700">
                          <a:effectLst/>
                        </a:rPr>
                        <a:t>P14</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nSpc>
                          <a:spcPct val="200000"/>
                        </a:lnSpc>
                        <a:spcBef>
                          <a:spcPts val="0"/>
                        </a:spcBef>
                        <a:spcAft>
                          <a:spcPts val="0"/>
                        </a:spcAft>
                      </a:pPr>
                      <a:r>
                        <a:rPr lang="en-US" sz="800">
                          <a:effectLst/>
                        </a:rPr>
                        <a:t>FO&gt;FO</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gn="r">
                        <a:lnSpc>
                          <a:spcPct val="200000"/>
                        </a:lnSpc>
                        <a:spcBef>
                          <a:spcPts val="0"/>
                        </a:spcBef>
                        <a:spcAft>
                          <a:spcPts val="0"/>
                        </a:spcAft>
                      </a:pPr>
                      <a:r>
                        <a:rPr lang="en-US" sz="700">
                          <a:effectLst/>
                        </a:rPr>
                        <a:t>1</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gn="r">
                        <a:lnSpc>
                          <a:spcPct val="200000"/>
                        </a:lnSpc>
                        <a:spcBef>
                          <a:spcPts val="0"/>
                        </a:spcBef>
                        <a:spcAft>
                          <a:spcPts val="0"/>
                        </a:spcAft>
                      </a:pPr>
                      <a:r>
                        <a:rPr lang="en-US" sz="700">
                          <a:effectLst/>
                        </a:rPr>
                        <a:t>2</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gn="r">
                        <a:lnSpc>
                          <a:spcPct val="200000"/>
                        </a:lnSpc>
                        <a:spcBef>
                          <a:spcPts val="0"/>
                        </a:spcBef>
                        <a:spcAft>
                          <a:spcPts val="0"/>
                        </a:spcAft>
                      </a:pPr>
                      <a:r>
                        <a:rPr lang="en-US" sz="800">
                          <a:effectLst/>
                        </a:rPr>
                        <a:t>1.386</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gn="r">
                        <a:lnSpc>
                          <a:spcPct val="200000"/>
                        </a:lnSpc>
                        <a:spcBef>
                          <a:spcPts val="0"/>
                        </a:spcBef>
                        <a:spcAft>
                          <a:spcPts val="0"/>
                        </a:spcAft>
                      </a:pPr>
                      <a:r>
                        <a:rPr lang="en-US" sz="800">
                          <a:effectLst/>
                        </a:rPr>
                        <a:t>0.942</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gn="r">
                        <a:lnSpc>
                          <a:spcPct val="200000"/>
                        </a:lnSpc>
                        <a:spcBef>
                          <a:spcPts val="0"/>
                        </a:spcBef>
                        <a:spcAft>
                          <a:spcPts val="0"/>
                        </a:spcAft>
                      </a:pPr>
                      <a:r>
                        <a:rPr lang="en-US" sz="800">
                          <a:effectLst/>
                        </a:rPr>
                        <a:t>2.830</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gn="r">
                        <a:lnSpc>
                          <a:spcPct val="200000"/>
                        </a:lnSpc>
                        <a:spcBef>
                          <a:spcPts val="0"/>
                        </a:spcBef>
                        <a:spcAft>
                          <a:spcPts val="0"/>
                        </a:spcAft>
                      </a:pPr>
                      <a:r>
                        <a:rPr lang="en-US" sz="700">
                          <a:effectLst/>
                        </a:rPr>
                        <a:t>2.902</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extLst>
                  <a:ext uri="{0D108BD9-81ED-4DB2-BD59-A6C34878D82A}">
                    <a16:rowId xmlns:a16="http://schemas.microsoft.com/office/drawing/2014/main" val="3744739281"/>
                  </a:ext>
                </a:extLst>
              </a:tr>
              <a:tr h="241378">
                <a:tc>
                  <a:txBody>
                    <a:bodyPr/>
                    <a:lstStyle/>
                    <a:p>
                      <a:pPr marL="0" marR="0">
                        <a:lnSpc>
                          <a:spcPct val="200000"/>
                        </a:lnSpc>
                        <a:spcBef>
                          <a:spcPts val="0"/>
                        </a:spcBef>
                        <a:spcAft>
                          <a:spcPts val="0"/>
                        </a:spcAft>
                      </a:pPr>
                      <a:r>
                        <a:rPr lang="en-US" sz="700">
                          <a:effectLst/>
                        </a:rPr>
                        <a:t>P15</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nSpc>
                          <a:spcPct val="200000"/>
                        </a:lnSpc>
                        <a:spcBef>
                          <a:spcPts val="0"/>
                        </a:spcBef>
                        <a:spcAft>
                          <a:spcPts val="0"/>
                        </a:spcAft>
                      </a:pPr>
                      <a:r>
                        <a:rPr lang="en-US" sz="800">
                          <a:effectLst/>
                        </a:rPr>
                        <a:t>FO&gt;FO</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gn="r">
                        <a:lnSpc>
                          <a:spcPct val="200000"/>
                        </a:lnSpc>
                        <a:spcBef>
                          <a:spcPts val="0"/>
                        </a:spcBef>
                        <a:spcAft>
                          <a:spcPts val="0"/>
                        </a:spcAft>
                      </a:pPr>
                      <a:r>
                        <a:rPr lang="en-US" sz="700">
                          <a:effectLst/>
                        </a:rPr>
                        <a:t>3</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gn="r">
                        <a:lnSpc>
                          <a:spcPct val="200000"/>
                        </a:lnSpc>
                        <a:spcBef>
                          <a:spcPts val="0"/>
                        </a:spcBef>
                        <a:spcAft>
                          <a:spcPts val="0"/>
                        </a:spcAft>
                      </a:pPr>
                      <a:r>
                        <a:rPr lang="en-US" sz="700">
                          <a:effectLst/>
                        </a:rPr>
                        <a:t>0</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gn="r">
                        <a:lnSpc>
                          <a:spcPct val="200000"/>
                        </a:lnSpc>
                        <a:spcBef>
                          <a:spcPts val="0"/>
                        </a:spcBef>
                        <a:spcAft>
                          <a:spcPts val="0"/>
                        </a:spcAft>
                      </a:pPr>
                      <a:r>
                        <a:rPr lang="en-US" sz="800">
                          <a:effectLst/>
                        </a:rPr>
                        <a:t>0.708</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gn="r">
                        <a:lnSpc>
                          <a:spcPct val="200000"/>
                        </a:lnSpc>
                        <a:spcBef>
                          <a:spcPts val="0"/>
                        </a:spcBef>
                        <a:spcAft>
                          <a:spcPts val="0"/>
                        </a:spcAft>
                      </a:pPr>
                      <a:r>
                        <a:rPr lang="en-US" sz="800">
                          <a:effectLst/>
                        </a:rPr>
                        <a:t>0.000</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gn="r">
                        <a:lnSpc>
                          <a:spcPct val="200000"/>
                        </a:lnSpc>
                        <a:spcBef>
                          <a:spcPts val="0"/>
                        </a:spcBef>
                        <a:spcAft>
                          <a:spcPts val="0"/>
                        </a:spcAft>
                      </a:pPr>
                      <a:r>
                        <a:rPr lang="en-US" sz="800">
                          <a:effectLst/>
                        </a:rPr>
                        <a:t>3.013</a:t>
                      </a:r>
                      <a:endParaRPr lang="en-US" sz="800">
                        <a:effectLst/>
                        <a:latin typeface="Times New Roman" panose="02020603050405020304" pitchFamily="18" charset="0"/>
                        <a:ea typeface="Times New Roman" panose="02020603050405020304" pitchFamily="18" charset="0"/>
                      </a:endParaRPr>
                    </a:p>
                  </a:txBody>
                  <a:tcPr marL="16989" marR="16989" marT="16989" marB="16989" anchor="b"/>
                </a:tc>
                <a:tc>
                  <a:txBody>
                    <a:bodyPr/>
                    <a:lstStyle/>
                    <a:p>
                      <a:pPr marL="0" marR="0" algn="r">
                        <a:lnSpc>
                          <a:spcPct val="200000"/>
                        </a:lnSpc>
                        <a:spcBef>
                          <a:spcPts val="0"/>
                        </a:spcBef>
                        <a:spcAft>
                          <a:spcPts val="0"/>
                        </a:spcAft>
                      </a:pPr>
                      <a:r>
                        <a:rPr lang="en-US" sz="700" dirty="0">
                          <a:effectLst/>
                        </a:rPr>
                        <a:t>0.000</a:t>
                      </a:r>
                      <a:endParaRPr lang="en-US" sz="800" dirty="0">
                        <a:effectLst/>
                        <a:latin typeface="Times New Roman" panose="02020603050405020304" pitchFamily="18" charset="0"/>
                        <a:ea typeface="Times New Roman" panose="02020603050405020304" pitchFamily="18" charset="0"/>
                      </a:endParaRPr>
                    </a:p>
                  </a:txBody>
                  <a:tcPr marL="16989" marR="16989" marT="16989" marB="16989" anchor="b"/>
                </a:tc>
                <a:extLst>
                  <a:ext uri="{0D108BD9-81ED-4DB2-BD59-A6C34878D82A}">
                    <a16:rowId xmlns:a16="http://schemas.microsoft.com/office/drawing/2014/main" val="2825493539"/>
                  </a:ext>
                </a:extLst>
              </a:tr>
            </a:tbl>
          </a:graphicData>
        </a:graphic>
      </p:graphicFrame>
      <p:graphicFrame>
        <p:nvGraphicFramePr>
          <p:cNvPr id="6" name="Table 5">
            <a:extLst>
              <a:ext uri="{FF2B5EF4-FFF2-40B4-BE49-F238E27FC236}">
                <a16:creationId xmlns:a16="http://schemas.microsoft.com/office/drawing/2014/main" id="{3E81FE8F-6EBA-BEE7-8F9C-C89009264D56}"/>
              </a:ext>
            </a:extLst>
          </p:cNvPr>
          <p:cNvGraphicFramePr>
            <a:graphicFrameLocks noGrp="1"/>
          </p:cNvGraphicFramePr>
          <p:nvPr>
            <p:extLst>
              <p:ext uri="{D42A27DB-BD31-4B8C-83A1-F6EECF244321}">
                <p14:modId xmlns:p14="http://schemas.microsoft.com/office/powerpoint/2010/main" val="1278733998"/>
              </p:ext>
            </p:extLst>
          </p:nvPr>
        </p:nvGraphicFramePr>
        <p:xfrm>
          <a:off x="3124200" y="5511752"/>
          <a:ext cx="5943599" cy="679260"/>
        </p:xfrm>
        <a:graphic>
          <a:graphicData uri="http://schemas.openxmlformats.org/drawingml/2006/table">
            <a:tbl>
              <a:tblPr>
                <a:tableStyleId>{21E4AEA4-8DFA-4A89-87EB-49C32662AFE0}</a:tableStyleId>
              </a:tblPr>
              <a:tblGrid>
                <a:gridCol w="1272313">
                  <a:extLst>
                    <a:ext uri="{9D8B030D-6E8A-4147-A177-3AD203B41FA5}">
                      <a16:colId xmlns:a16="http://schemas.microsoft.com/office/drawing/2014/main" val="3737387802"/>
                    </a:ext>
                  </a:extLst>
                </a:gridCol>
                <a:gridCol w="871499">
                  <a:extLst>
                    <a:ext uri="{9D8B030D-6E8A-4147-A177-3AD203B41FA5}">
                      <a16:colId xmlns:a16="http://schemas.microsoft.com/office/drawing/2014/main" val="2221075106"/>
                    </a:ext>
                  </a:extLst>
                </a:gridCol>
                <a:gridCol w="871499">
                  <a:extLst>
                    <a:ext uri="{9D8B030D-6E8A-4147-A177-3AD203B41FA5}">
                      <a16:colId xmlns:a16="http://schemas.microsoft.com/office/drawing/2014/main" val="2758422596"/>
                    </a:ext>
                  </a:extLst>
                </a:gridCol>
                <a:gridCol w="871499">
                  <a:extLst>
                    <a:ext uri="{9D8B030D-6E8A-4147-A177-3AD203B41FA5}">
                      <a16:colId xmlns:a16="http://schemas.microsoft.com/office/drawing/2014/main" val="3092212777"/>
                    </a:ext>
                  </a:extLst>
                </a:gridCol>
                <a:gridCol w="2056789">
                  <a:extLst>
                    <a:ext uri="{9D8B030D-6E8A-4147-A177-3AD203B41FA5}">
                      <a16:colId xmlns:a16="http://schemas.microsoft.com/office/drawing/2014/main" val="1475780499"/>
                    </a:ext>
                  </a:extLst>
                </a:gridCol>
              </a:tblGrid>
              <a:tr h="200025">
                <a:tc>
                  <a:txBody>
                    <a:bodyPr/>
                    <a:lstStyle/>
                    <a:p>
                      <a:pPr marL="0" marR="0">
                        <a:lnSpc>
                          <a:spcPct val="200000"/>
                        </a:lnSpc>
                        <a:spcBef>
                          <a:spcPts val="0"/>
                        </a:spcBef>
                        <a:spcAft>
                          <a:spcPts val="0"/>
                        </a:spcAft>
                      </a:pPr>
                      <a:r>
                        <a:rPr lang="en-US" sz="1000" b="1" dirty="0">
                          <a:effectLst/>
                        </a:rPr>
                        <a:t>Condition</a:t>
                      </a:r>
                      <a:endParaRPr lang="en-US" sz="1200" b="1" dirty="0">
                        <a:effectLst/>
                        <a:latin typeface="Times New Roman" panose="02020603050405020304" pitchFamily="18" charset="0"/>
                        <a:ea typeface="Times New Roman" panose="02020603050405020304" pitchFamily="18" charset="0"/>
                      </a:endParaRPr>
                    </a:p>
                  </a:txBody>
                  <a:tcPr marL="25400" marR="25400" marT="25400" marB="25400" anchor="b">
                    <a:solidFill>
                      <a:srgbClr val="FBE4D7"/>
                    </a:solidFill>
                  </a:tcPr>
                </a:tc>
                <a:tc>
                  <a:txBody>
                    <a:bodyPr/>
                    <a:lstStyle/>
                    <a:p>
                      <a:pPr marL="0" marR="0">
                        <a:lnSpc>
                          <a:spcPct val="200000"/>
                        </a:lnSpc>
                        <a:spcBef>
                          <a:spcPts val="0"/>
                        </a:spcBef>
                        <a:spcAft>
                          <a:spcPts val="0"/>
                        </a:spcAft>
                      </a:pPr>
                      <a:r>
                        <a:rPr lang="en-US" sz="1000" b="1" dirty="0">
                          <a:effectLst/>
                        </a:rPr>
                        <a:t>P-value</a:t>
                      </a:r>
                      <a:endParaRPr lang="en-US" sz="1200" b="1" dirty="0">
                        <a:effectLst/>
                        <a:latin typeface="Times New Roman" panose="02020603050405020304" pitchFamily="18" charset="0"/>
                        <a:ea typeface="Times New Roman" panose="02020603050405020304" pitchFamily="18" charset="0"/>
                      </a:endParaRPr>
                    </a:p>
                  </a:txBody>
                  <a:tcPr marL="25400" marR="25400" marT="25400" marB="25400" anchor="b">
                    <a:solidFill>
                      <a:srgbClr val="FBE4D7"/>
                    </a:solidFill>
                  </a:tcPr>
                </a:tc>
                <a:tc>
                  <a:txBody>
                    <a:bodyPr/>
                    <a:lstStyle/>
                    <a:p>
                      <a:pPr marL="0" marR="0">
                        <a:lnSpc>
                          <a:spcPct val="200000"/>
                        </a:lnSpc>
                        <a:spcBef>
                          <a:spcPts val="0"/>
                        </a:spcBef>
                        <a:spcAft>
                          <a:spcPts val="0"/>
                        </a:spcAft>
                      </a:pPr>
                      <a:r>
                        <a:rPr lang="en-US" sz="1000" b="1" dirty="0">
                          <a:effectLst/>
                        </a:rPr>
                        <a:t>t-value</a:t>
                      </a:r>
                      <a:endParaRPr lang="en-US" sz="1200" b="1" dirty="0">
                        <a:effectLst/>
                        <a:latin typeface="Times New Roman" panose="02020603050405020304" pitchFamily="18" charset="0"/>
                        <a:ea typeface="Times New Roman" panose="02020603050405020304" pitchFamily="18" charset="0"/>
                      </a:endParaRPr>
                    </a:p>
                  </a:txBody>
                  <a:tcPr marL="25400" marR="25400" marT="25400" marB="25400" anchor="b">
                    <a:solidFill>
                      <a:srgbClr val="FBE4D7"/>
                    </a:solidFill>
                  </a:tcPr>
                </a:tc>
                <a:tc>
                  <a:txBody>
                    <a:bodyPr/>
                    <a:lstStyle/>
                    <a:p>
                      <a:pPr marL="0" marR="0">
                        <a:lnSpc>
                          <a:spcPct val="200000"/>
                        </a:lnSpc>
                        <a:spcBef>
                          <a:spcPts val="0"/>
                        </a:spcBef>
                        <a:spcAft>
                          <a:spcPts val="0"/>
                        </a:spcAft>
                      </a:pPr>
                      <a:r>
                        <a:rPr lang="en-US" sz="1000" b="1" dirty="0" err="1">
                          <a:effectLst/>
                        </a:rPr>
                        <a:t>df</a:t>
                      </a:r>
                      <a:endParaRPr lang="en-US" sz="1200" b="1" dirty="0">
                        <a:effectLst/>
                        <a:latin typeface="Times New Roman" panose="02020603050405020304" pitchFamily="18" charset="0"/>
                        <a:ea typeface="Times New Roman" panose="02020603050405020304" pitchFamily="18" charset="0"/>
                      </a:endParaRPr>
                    </a:p>
                  </a:txBody>
                  <a:tcPr marL="25400" marR="25400" marT="25400" marB="25400" anchor="b">
                    <a:solidFill>
                      <a:srgbClr val="FBE4D7"/>
                    </a:solidFill>
                  </a:tcPr>
                </a:tc>
                <a:tc>
                  <a:txBody>
                    <a:bodyPr/>
                    <a:lstStyle/>
                    <a:p>
                      <a:pPr marL="0" marR="0">
                        <a:lnSpc>
                          <a:spcPct val="200000"/>
                        </a:lnSpc>
                        <a:spcBef>
                          <a:spcPts val="0"/>
                        </a:spcBef>
                        <a:spcAft>
                          <a:spcPts val="0"/>
                        </a:spcAft>
                      </a:pPr>
                      <a:r>
                        <a:rPr lang="en-US" sz="1000" b="1" dirty="0">
                          <a:effectLst/>
                        </a:rPr>
                        <a:t>Significance</a:t>
                      </a:r>
                      <a:endParaRPr lang="en-US" sz="1200" b="1" dirty="0">
                        <a:effectLst/>
                        <a:latin typeface="Times New Roman" panose="02020603050405020304" pitchFamily="18" charset="0"/>
                        <a:ea typeface="Times New Roman" panose="02020603050405020304" pitchFamily="18" charset="0"/>
                      </a:endParaRPr>
                    </a:p>
                  </a:txBody>
                  <a:tcPr marL="25400" marR="25400" marT="25400" marB="25400" anchor="b">
                    <a:solidFill>
                      <a:srgbClr val="FBE4D7"/>
                    </a:solidFill>
                  </a:tcPr>
                </a:tc>
                <a:extLst>
                  <a:ext uri="{0D108BD9-81ED-4DB2-BD59-A6C34878D82A}">
                    <a16:rowId xmlns:a16="http://schemas.microsoft.com/office/drawing/2014/main" val="1871403472"/>
                  </a:ext>
                </a:extLst>
              </a:tr>
              <a:tr h="219075">
                <a:tc>
                  <a:txBody>
                    <a:bodyPr/>
                    <a:lstStyle/>
                    <a:p>
                      <a:pPr marL="0" marR="0">
                        <a:lnSpc>
                          <a:spcPct val="200000"/>
                        </a:lnSpc>
                        <a:spcBef>
                          <a:spcPts val="0"/>
                        </a:spcBef>
                        <a:spcAft>
                          <a:spcPts val="0"/>
                        </a:spcAft>
                      </a:pPr>
                      <a:r>
                        <a:rPr lang="en-US" sz="1000" dirty="0">
                          <a:effectLst/>
                        </a:rPr>
                        <a:t>FO&gt;FO vs FI&gt;MI</a:t>
                      </a:r>
                      <a:endParaRPr lang="en-US" sz="1200" dirty="0">
                        <a:effectLst/>
                        <a:latin typeface="Times New Roman" panose="02020603050405020304" pitchFamily="18" charset="0"/>
                        <a:ea typeface="Times New Roman" panose="02020603050405020304" pitchFamily="18" charset="0"/>
                      </a:endParaRPr>
                    </a:p>
                  </a:txBody>
                  <a:tcPr marL="25400" marR="25400" marT="25400" marB="25400" anchor="b">
                    <a:solidFill>
                      <a:srgbClr val="FBE4D7"/>
                    </a:solidFill>
                  </a:tcPr>
                </a:tc>
                <a:tc>
                  <a:txBody>
                    <a:bodyPr/>
                    <a:lstStyle/>
                    <a:p>
                      <a:pPr marL="0" marR="0" algn="r">
                        <a:lnSpc>
                          <a:spcPct val="200000"/>
                        </a:lnSpc>
                        <a:spcBef>
                          <a:spcPts val="0"/>
                        </a:spcBef>
                        <a:spcAft>
                          <a:spcPts val="0"/>
                        </a:spcAft>
                      </a:pPr>
                      <a:r>
                        <a:rPr lang="en-US" sz="1200">
                          <a:effectLst/>
                        </a:rPr>
                        <a:t>0.0039</a:t>
                      </a:r>
                      <a:endParaRPr lang="en-US" sz="1200">
                        <a:effectLst/>
                        <a:latin typeface="Times New Roman" panose="02020603050405020304" pitchFamily="18" charset="0"/>
                        <a:ea typeface="Times New Roman" panose="02020603050405020304" pitchFamily="18" charset="0"/>
                      </a:endParaRPr>
                    </a:p>
                  </a:txBody>
                  <a:tcPr marL="25400" marR="25400" marT="25400" marB="25400" anchor="b">
                    <a:solidFill>
                      <a:srgbClr val="FBE4D7"/>
                    </a:solidFill>
                  </a:tcPr>
                </a:tc>
                <a:tc>
                  <a:txBody>
                    <a:bodyPr/>
                    <a:lstStyle/>
                    <a:p>
                      <a:pPr marL="0" marR="0" algn="r">
                        <a:lnSpc>
                          <a:spcPct val="200000"/>
                        </a:lnSpc>
                        <a:spcBef>
                          <a:spcPts val="0"/>
                        </a:spcBef>
                        <a:spcAft>
                          <a:spcPts val="0"/>
                        </a:spcAft>
                      </a:pPr>
                      <a:r>
                        <a:rPr lang="en-US" sz="1200">
                          <a:effectLst/>
                        </a:rPr>
                        <a:t>3.1396</a:t>
                      </a:r>
                      <a:endParaRPr lang="en-US" sz="1200">
                        <a:effectLst/>
                        <a:latin typeface="Times New Roman" panose="02020603050405020304" pitchFamily="18" charset="0"/>
                        <a:ea typeface="Times New Roman" panose="02020603050405020304" pitchFamily="18" charset="0"/>
                      </a:endParaRPr>
                    </a:p>
                  </a:txBody>
                  <a:tcPr marL="25400" marR="25400" marT="25400" marB="25400" anchor="b">
                    <a:solidFill>
                      <a:srgbClr val="FBE4D7"/>
                    </a:solidFill>
                  </a:tcPr>
                </a:tc>
                <a:tc>
                  <a:txBody>
                    <a:bodyPr/>
                    <a:lstStyle/>
                    <a:p>
                      <a:pPr marL="0" marR="0" algn="r">
                        <a:lnSpc>
                          <a:spcPct val="200000"/>
                        </a:lnSpc>
                        <a:spcBef>
                          <a:spcPts val="0"/>
                        </a:spcBef>
                        <a:spcAft>
                          <a:spcPts val="0"/>
                        </a:spcAft>
                      </a:pPr>
                      <a:r>
                        <a:rPr lang="en-US" sz="1000">
                          <a:effectLst/>
                        </a:rPr>
                        <a:t>29</a:t>
                      </a:r>
                      <a:endParaRPr lang="en-US" sz="1200">
                        <a:effectLst/>
                        <a:latin typeface="Times New Roman" panose="02020603050405020304" pitchFamily="18" charset="0"/>
                        <a:ea typeface="Times New Roman" panose="02020603050405020304" pitchFamily="18" charset="0"/>
                      </a:endParaRPr>
                    </a:p>
                  </a:txBody>
                  <a:tcPr marL="25400" marR="25400" marT="25400" marB="25400" anchor="b">
                    <a:solidFill>
                      <a:srgbClr val="FBE4D7"/>
                    </a:solidFill>
                  </a:tcPr>
                </a:tc>
                <a:tc>
                  <a:txBody>
                    <a:bodyPr/>
                    <a:lstStyle/>
                    <a:p>
                      <a:pPr marL="0" marR="0">
                        <a:lnSpc>
                          <a:spcPct val="200000"/>
                        </a:lnSpc>
                        <a:spcBef>
                          <a:spcPts val="0"/>
                        </a:spcBef>
                        <a:spcAft>
                          <a:spcPts val="0"/>
                        </a:spcAft>
                      </a:pPr>
                      <a:r>
                        <a:rPr lang="en-US" sz="1200" dirty="0">
                          <a:effectLst/>
                        </a:rPr>
                        <a:t>very statistically significant</a:t>
                      </a:r>
                      <a:endParaRPr lang="en-US" sz="1200" dirty="0">
                        <a:effectLst/>
                        <a:latin typeface="Times New Roman" panose="02020603050405020304" pitchFamily="18" charset="0"/>
                        <a:ea typeface="Times New Roman" panose="02020603050405020304" pitchFamily="18" charset="0"/>
                      </a:endParaRPr>
                    </a:p>
                  </a:txBody>
                  <a:tcPr marL="25400" marR="25400" marT="25400" marB="25400" anchor="b">
                    <a:solidFill>
                      <a:srgbClr val="FBE4D7"/>
                    </a:solidFill>
                  </a:tcPr>
                </a:tc>
                <a:extLst>
                  <a:ext uri="{0D108BD9-81ED-4DB2-BD59-A6C34878D82A}">
                    <a16:rowId xmlns:a16="http://schemas.microsoft.com/office/drawing/2014/main" val="316341379"/>
                  </a:ext>
                </a:extLst>
              </a:tr>
            </a:tbl>
          </a:graphicData>
        </a:graphic>
      </p:graphicFrame>
      <p:pic>
        <p:nvPicPr>
          <p:cNvPr id="7" name="image21.png">
            <a:extLst>
              <a:ext uri="{FF2B5EF4-FFF2-40B4-BE49-F238E27FC236}">
                <a16:creationId xmlns:a16="http://schemas.microsoft.com/office/drawing/2014/main" id="{741FA0A7-2993-EBB2-81E3-D217B4A7C785}"/>
              </a:ext>
            </a:extLst>
          </p:cNvPr>
          <p:cNvPicPr/>
          <p:nvPr/>
        </p:nvPicPr>
        <p:blipFill>
          <a:blip r:embed="rId2">
            <a:extLst>
              <a:ext uri="{BEBA8EAE-BF5A-486C-A8C5-ECC9F3942E4B}">
                <a14:imgProps xmlns:a14="http://schemas.microsoft.com/office/drawing/2010/main">
                  <a14:imgLayer r:embed="rId3">
                    <a14:imgEffect>
                      <a14:colorTemperature colorTemp="6941"/>
                    </a14:imgEffect>
                    <a14:imgEffect>
                      <a14:saturation sat="283000"/>
                    </a14:imgEffect>
                  </a14:imgLayer>
                </a14:imgProps>
              </a:ext>
            </a:extLst>
          </a:blip>
          <a:srcRect/>
          <a:stretch>
            <a:fillRect/>
          </a:stretch>
        </p:blipFill>
        <p:spPr>
          <a:xfrm>
            <a:off x="4399598" y="2463743"/>
            <a:ext cx="3392805" cy="1200785"/>
          </a:xfrm>
          <a:prstGeom prst="rect">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pic>
    </p:spTree>
    <p:extLst>
      <p:ext uri="{BB962C8B-B14F-4D97-AF65-F5344CB8AC3E}">
        <p14:creationId xmlns:p14="http://schemas.microsoft.com/office/powerpoint/2010/main" val="36490334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BE4D7"/>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BB3523A-0DF4-8C9B-3104-0E9C9FFA641E}"/>
              </a:ext>
            </a:extLst>
          </p:cNvPr>
          <p:cNvSpPr>
            <a:spLocks noGrp="1"/>
          </p:cNvSpPr>
          <p:nvPr>
            <p:ph idx="1"/>
          </p:nvPr>
        </p:nvSpPr>
        <p:spPr>
          <a:xfrm>
            <a:off x="838200" y="938935"/>
            <a:ext cx="10515600" cy="4351338"/>
          </a:xfrm>
        </p:spPr>
        <p:txBody>
          <a:bodyPr/>
          <a:lstStyle/>
          <a:p>
            <a:pPr marL="0" indent="0">
              <a:buNone/>
            </a:pPr>
            <a:r>
              <a:rPr lang="en-US" dirty="0"/>
              <a:t>Cognitive Load and Assessment</a:t>
            </a:r>
          </a:p>
        </p:txBody>
      </p:sp>
      <p:pic>
        <p:nvPicPr>
          <p:cNvPr id="4" name="image13.png" descr="A graph with a line&#10;&#10;Description automatically generated">
            <a:extLst>
              <a:ext uri="{FF2B5EF4-FFF2-40B4-BE49-F238E27FC236}">
                <a16:creationId xmlns:a16="http://schemas.microsoft.com/office/drawing/2014/main" id="{41925858-7574-7745-C07B-A92B37A8C2CB}"/>
              </a:ext>
            </a:extLst>
          </p:cNvPr>
          <p:cNvPicPr/>
          <p:nvPr/>
        </p:nvPicPr>
        <p:blipFill>
          <a:blip r:embed="rId2"/>
          <a:srcRect/>
          <a:stretch>
            <a:fillRect/>
          </a:stretch>
        </p:blipFill>
        <p:spPr>
          <a:xfrm>
            <a:off x="5495154" y="1567727"/>
            <a:ext cx="6379784" cy="4183457"/>
          </a:xfrm>
          <a:prstGeom prst="rect">
            <a:avLst/>
          </a:prstGeom>
          <a:ln/>
        </p:spPr>
      </p:pic>
      <p:pic>
        <p:nvPicPr>
          <p:cNvPr id="2" name="Picture 1">
            <a:extLst>
              <a:ext uri="{FF2B5EF4-FFF2-40B4-BE49-F238E27FC236}">
                <a16:creationId xmlns:a16="http://schemas.microsoft.com/office/drawing/2014/main" id="{2FB69893-E5D3-5DEF-681B-E7C05FB2DB5F}"/>
              </a:ext>
            </a:extLst>
          </p:cNvPr>
          <p:cNvPicPr>
            <a:picLocks noChangeAspect="1"/>
          </p:cNvPicPr>
          <p:nvPr/>
        </p:nvPicPr>
        <p:blipFill>
          <a:blip r:embed="rId3"/>
          <a:stretch>
            <a:fillRect/>
          </a:stretch>
        </p:blipFill>
        <p:spPr>
          <a:xfrm>
            <a:off x="191069" y="3059751"/>
            <a:ext cx="5090615" cy="1199407"/>
          </a:xfrm>
          <a:prstGeom prst="rect">
            <a:avLst/>
          </a:prstGeom>
        </p:spPr>
      </p:pic>
    </p:spTree>
    <p:extLst>
      <p:ext uri="{BB962C8B-B14F-4D97-AF65-F5344CB8AC3E}">
        <p14:creationId xmlns:p14="http://schemas.microsoft.com/office/powerpoint/2010/main" val="31140762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23.png">
            <a:extLst>
              <a:ext uri="{FF2B5EF4-FFF2-40B4-BE49-F238E27FC236}">
                <a16:creationId xmlns:a16="http://schemas.microsoft.com/office/drawing/2014/main" id="{D377E37E-AA04-9AEA-F8A6-5F7DACFC4673}"/>
              </a:ext>
            </a:extLst>
          </p:cNvPr>
          <p:cNvPicPr/>
          <p:nvPr/>
        </p:nvPicPr>
        <p:blipFill>
          <a:blip r:embed="rId2"/>
          <a:srcRect/>
          <a:stretch>
            <a:fillRect/>
          </a:stretch>
        </p:blipFill>
        <p:spPr>
          <a:xfrm>
            <a:off x="2351267" y="1456920"/>
            <a:ext cx="2021004" cy="4694498"/>
          </a:xfrm>
          <a:prstGeom prst="rect">
            <a:avLst/>
          </a:prstGeom>
          <a:ln/>
        </p:spPr>
      </p:pic>
      <p:sp>
        <p:nvSpPr>
          <p:cNvPr id="5" name="Content Placeholder 2">
            <a:extLst>
              <a:ext uri="{FF2B5EF4-FFF2-40B4-BE49-F238E27FC236}">
                <a16:creationId xmlns:a16="http://schemas.microsoft.com/office/drawing/2014/main" id="{24830724-90DC-13F1-56EA-A18D67DA3376}"/>
              </a:ext>
            </a:extLst>
          </p:cNvPr>
          <p:cNvSpPr>
            <a:spLocks noGrp="1"/>
          </p:cNvSpPr>
          <p:nvPr>
            <p:ph idx="1"/>
          </p:nvPr>
        </p:nvSpPr>
        <p:spPr>
          <a:xfrm>
            <a:off x="838200" y="938935"/>
            <a:ext cx="10515600" cy="4351338"/>
          </a:xfrm>
        </p:spPr>
        <p:txBody>
          <a:bodyPr/>
          <a:lstStyle/>
          <a:p>
            <a:pPr marL="0" indent="0">
              <a:buNone/>
            </a:pPr>
            <a:r>
              <a:rPr lang="en-US" sz="1800" b="1" dirty="0">
                <a:solidFill>
                  <a:srgbClr val="000000"/>
                </a:solidFill>
                <a:effectLst/>
                <a:latin typeface="Times New Roman" panose="02020603050405020304" pitchFamily="18" charset="0"/>
                <a:cs typeface="Times New Roman" panose="02020603050405020304" pitchFamily="18" charset="0"/>
              </a:rPr>
              <a:t>Response Accuracy by Replacement Condition</a:t>
            </a:r>
            <a:endParaRPr lang="en-US" sz="1800" b="1" dirty="0">
              <a:effectLst/>
              <a:latin typeface="Times New Roman" panose="02020603050405020304" pitchFamily="18" charset="0"/>
              <a:cs typeface="Arial" panose="020B0604020202020204" pitchFamily="34" charset="0"/>
            </a:endParaRPr>
          </a:p>
        </p:txBody>
      </p:sp>
      <p:pic>
        <p:nvPicPr>
          <p:cNvPr id="8" name="Picture 7">
            <a:extLst>
              <a:ext uri="{FF2B5EF4-FFF2-40B4-BE49-F238E27FC236}">
                <a16:creationId xmlns:a16="http://schemas.microsoft.com/office/drawing/2014/main" id="{53A2384F-9D9E-C7C0-ED4B-256D0FE54EA4}"/>
              </a:ext>
            </a:extLst>
          </p:cNvPr>
          <p:cNvPicPr>
            <a:picLocks noChangeAspect="1"/>
          </p:cNvPicPr>
          <p:nvPr/>
        </p:nvPicPr>
        <p:blipFill>
          <a:blip r:embed="rId3"/>
          <a:stretch>
            <a:fillRect/>
          </a:stretch>
        </p:blipFill>
        <p:spPr>
          <a:xfrm>
            <a:off x="6248115" y="938936"/>
            <a:ext cx="4658424" cy="2797916"/>
          </a:xfrm>
          <a:prstGeom prst="rect">
            <a:avLst/>
          </a:prstGeom>
        </p:spPr>
      </p:pic>
      <p:pic>
        <p:nvPicPr>
          <p:cNvPr id="9" name="Picture 8">
            <a:extLst>
              <a:ext uri="{FF2B5EF4-FFF2-40B4-BE49-F238E27FC236}">
                <a16:creationId xmlns:a16="http://schemas.microsoft.com/office/drawing/2014/main" id="{E83E1716-4C84-C224-0E91-FE9088CDCCD4}"/>
              </a:ext>
            </a:extLst>
          </p:cNvPr>
          <p:cNvPicPr>
            <a:picLocks noChangeAspect="1"/>
          </p:cNvPicPr>
          <p:nvPr/>
        </p:nvPicPr>
        <p:blipFill>
          <a:blip r:embed="rId4"/>
          <a:stretch>
            <a:fillRect/>
          </a:stretch>
        </p:blipFill>
        <p:spPr>
          <a:xfrm>
            <a:off x="6248115" y="3804169"/>
            <a:ext cx="4558317" cy="2705169"/>
          </a:xfrm>
          <a:prstGeom prst="rect">
            <a:avLst/>
          </a:prstGeom>
        </p:spPr>
      </p:pic>
    </p:spTree>
    <p:extLst>
      <p:ext uri="{BB962C8B-B14F-4D97-AF65-F5344CB8AC3E}">
        <p14:creationId xmlns:p14="http://schemas.microsoft.com/office/powerpoint/2010/main" val="163118253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22.png">
            <a:extLst>
              <a:ext uri="{FF2B5EF4-FFF2-40B4-BE49-F238E27FC236}">
                <a16:creationId xmlns:a16="http://schemas.microsoft.com/office/drawing/2014/main" id="{7B15C836-159C-6670-C6B6-E15C151CE910}"/>
              </a:ext>
            </a:extLst>
          </p:cNvPr>
          <p:cNvPicPr/>
          <p:nvPr/>
        </p:nvPicPr>
        <p:blipFill>
          <a:blip r:embed="rId2"/>
          <a:srcRect b="2771"/>
          <a:stretch>
            <a:fillRect/>
          </a:stretch>
        </p:blipFill>
        <p:spPr>
          <a:xfrm>
            <a:off x="2985654" y="1208590"/>
            <a:ext cx="6220691" cy="4218912"/>
          </a:xfrm>
          <a:prstGeom prst="rect">
            <a:avLst/>
          </a:prstGeom>
          <a:ln/>
        </p:spPr>
      </p:pic>
      <p:sp>
        <p:nvSpPr>
          <p:cNvPr id="6" name="TextBox 5">
            <a:extLst>
              <a:ext uri="{FF2B5EF4-FFF2-40B4-BE49-F238E27FC236}">
                <a16:creationId xmlns:a16="http://schemas.microsoft.com/office/drawing/2014/main" id="{950047CA-557F-BD8D-6036-9D5ADD287303}"/>
              </a:ext>
            </a:extLst>
          </p:cNvPr>
          <p:cNvSpPr txBox="1"/>
          <p:nvPr/>
        </p:nvSpPr>
        <p:spPr>
          <a:xfrm>
            <a:off x="4415800" y="5427502"/>
            <a:ext cx="6096000" cy="369332"/>
          </a:xfrm>
          <a:prstGeom prst="rect">
            <a:avLst/>
          </a:prstGeom>
          <a:noFill/>
        </p:spPr>
        <p:txBody>
          <a:bodyPr wrap="square">
            <a:spAutoFit/>
          </a:bodyPr>
          <a:lstStyle/>
          <a:p>
            <a:r>
              <a:rPr lang="en-US" sz="1800" dirty="0">
                <a:solidFill>
                  <a:srgbClr val="000000"/>
                </a:solidFill>
                <a:effectLst/>
                <a:latin typeface="Times New Roman" panose="02020603050405020304" pitchFamily="18" charset="0"/>
                <a:ea typeface="Times New Roman" panose="02020603050405020304" pitchFamily="18" charset="0"/>
              </a:rPr>
              <a:t>Percentages of Counts by Replacement Condition </a:t>
            </a:r>
            <a:endParaRPr lang="en-US" dirty="0"/>
          </a:p>
        </p:txBody>
      </p:sp>
      <p:sp>
        <p:nvSpPr>
          <p:cNvPr id="3" name="TextBox 2">
            <a:extLst>
              <a:ext uri="{FF2B5EF4-FFF2-40B4-BE49-F238E27FC236}">
                <a16:creationId xmlns:a16="http://schemas.microsoft.com/office/drawing/2014/main" id="{C25F2F20-613C-936C-310F-976D89A3DC24}"/>
              </a:ext>
            </a:extLst>
          </p:cNvPr>
          <p:cNvSpPr txBox="1"/>
          <p:nvPr/>
        </p:nvSpPr>
        <p:spPr>
          <a:xfrm>
            <a:off x="7816645" y="3064131"/>
            <a:ext cx="3342968" cy="507831"/>
          </a:xfrm>
          <a:prstGeom prst="rect">
            <a:avLst/>
          </a:prstGeom>
          <a:noFill/>
        </p:spPr>
        <p:txBody>
          <a:bodyPr wrap="square">
            <a:spAutoFit/>
          </a:bodyPr>
          <a:lstStyle/>
          <a:p>
            <a:r>
              <a:rPr lang="en-US" sz="900" b="0" dirty="0">
                <a:solidFill>
                  <a:srgbClr val="000000"/>
                </a:solidFill>
                <a:effectLst/>
                <a:highlight>
                  <a:srgbClr val="F7F7F7"/>
                </a:highlight>
                <a:latin typeface="Courier New" panose="02070309020205020404" pitchFamily="49" charset="0"/>
              </a:rPr>
              <a:t>bars = </a:t>
            </a:r>
            <a:r>
              <a:rPr lang="en-US" sz="900" b="0" dirty="0" err="1">
                <a:solidFill>
                  <a:srgbClr val="000000"/>
                </a:solidFill>
                <a:effectLst/>
                <a:highlight>
                  <a:srgbClr val="F7F7F7"/>
                </a:highlight>
                <a:latin typeface="Courier New" panose="02070309020205020404" pitchFamily="49" charset="0"/>
              </a:rPr>
              <a:t>plt.bar</a:t>
            </a:r>
            <a:r>
              <a:rPr lang="en-US" sz="900" b="0" dirty="0">
                <a:solidFill>
                  <a:srgbClr val="000000"/>
                </a:solidFill>
                <a:effectLst/>
                <a:highlight>
                  <a:srgbClr val="F7F7F7"/>
                </a:highlight>
                <a:latin typeface="Courier New" panose="02070309020205020404" pitchFamily="49" charset="0"/>
              </a:rPr>
              <a:t>(conditions, percentages, color=</a:t>
            </a:r>
            <a:r>
              <a:rPr lang="en-US" sz="900" b="0" dirty="0">
                <a:solidFill>
                  <a:srgbClr val="A31515"/>
                </a:solidFill>
                <a:effectLst/>
                <a:highlight>
                  <a:srgbClr val="F7F7F7"/>
                </a:highlight>
                <a:latin typeface="Courier New" panose="02070309020205020404" pitchFamily="49" charset="0"/>
              </a:rPr>
              <a:t>'#ffd7bd'</a:t>
            </a:r>
            <a:r>
              <a:rPr lang="en-US" sz="900" b="0" dirty="0">
                <a:solidFill>
                  <a:srgbClr val="000000"/>
                </a:solidFill>
                <a:effectLst/>
                <a:highlight>
                  <a:srgbClr val="F7F7F7"/>
                </a:highlight>
                <a:latin typeface="Courier New" panose="02070309020205020404" pitchFamily="49" charset="0"/>
              </a:rPr>
              <a:t>, width=</a:t>
            </a:r>
            <a:r>
              <a:rPr lang="en-US" sz="900" b="0" dirty="0">
                <a:solidFill>
                  <a:srgbClr val="116644"/>
                </a:solidFill>
                <a:effectLst/>
                <a:highlight>
                  <a:srgbClr val="F7F7F7"/>
                </a:highlight>
                <a:latin typeface="Courier New" panose="02070309020205020404" pitchFamily="49" charset="0"/>
              </a:rPr>
              <a:t>0.4</a:t>
            </a:r>
            <a:r>
              <a:rPr lang="en-US" sz="900" b="0" dirty="0">
                <a:solidFill>
                  <a:srgbClr val="000000"/>
                </a:solidFill>
                <a:effectLst/>
                <a:highlight>
                  <a:srgbClr val="F7F7F7"/>
                </a:highlight>
                <a:latin typeface="Courier New" panose="02070309020205020404" pitchFamily="49" charset="0"/>
              </a:rPr>
              <a:t>, </a:t>
            </a:r>
            <a:r>
              <a:rPr lang="en-US" sz="900" b="0" dirty="0" err="1">
                <a:solidFill>
                  <a:srgbClr val="000000"/>
                </a:solidFill>
                <a:effectLst/>
                <a:highlight>
                  <a:srgbClr val="F7F7F7"/>
                </a:highlight>
                <a:latin typeface="Courier New" panose="02070309020205020404" pitchFamily="49" charset="0"/>
              </a:rPr>
              <a:t>yerr</a:t>
            </a:r>
            <a:r>
              <a:rPr lang="en-US" sz="900" b="0" dirty="0">
                <a:solidFill>
                  <a:srgbClr val="000000"/>
                </a:solidFill>
                <a:effectLst/>
                <a:highlight>
                  <a:srgbClr val="F7F7F7"/>
                </a:highlight>
                <a:latin typeface="Courier New" panose="02070309020205020404" pitchFamily="49" charset="0"/>
              </a:rPr>
              <a:t>=</a:t>
            </a:r>
            <a:r>
              <a:rPr lang="en-US" sz="900" b="0" dirty="0" err="1">
                <a:solidFill>
                  <a:srgbClr val="000000"/>
                </a:solidFill>
                <a:effectLst/>
                <a:highlight>
                  <a:srgbClr val="F7F7F7"/>
                </a:highlight>
                <a:latin typeface="Courier New" panose="02070309020205020404" pitchFamily="49" charset="0"/>
              </a:rPr>
              <a:t>standard_errors</a:t>
            </a:r>
            <a:r>
              <a:rPr lang="en-US" sz="900" b="0" dirty="0">
                <a:solidFill>
                  <a:srgbClr val="000000"/>
                </a:solidFill>
                <a:effectLst/>
                <a:highlight>
                  <a:srgbClr val="F7F7F7"/>
                </a:highlight>
                <a:latin typeface="Courier New" panose="02070309020205020404" pitchFamily="49" charset="0"/>
              </a:rPr>
              <a:t>, capsize=</a:t>
            </a:r>
            <a:r>
              <a:rPr lang="en-US" sz="900" b="0" dirty="0">
                <a:solidFill>
                  <a:srgbClr val="116644"/>
                </a:solidFill>
                <a:effectLst/>
                <a:highlight>
                  <a:srgbClr val="F7F7F7"/>
                </a:highlight>
                <a:latin typeface="Courier New" panose="02070309020205020404" pitchFamily="49" charset="0"/>
              </a:rPr>
              <a:t>5</a:t>
            </a:r>
            <a:r>
              <a:rPr lang="en-US" sz="900" b="0" dirty="0">
                <a:solidFill>
                  <a:srgbClr val="000000"/>
                </a:solidFill>
                <a:effectLst/>
                <a:highlight>
                  <a:srgbClr val="F7F7F7"/>
                </a:highlight>
                <a:latin typeface="Courier New" panose="02070309020205020404" pitchFamily="49" charset="0"/>
              </a:rPr>
              <a:t>)</a:t>
            </a:r>
          </a:p>
        </p:txBody>
      </p:sp>
    </p:spTree>
    <p:extLst>
      <p:ext uri="{BB962C8B-B14F-4D97-AF65-F5344CB8AC3E}">
        <p14:creationId xmlns:p14="http://schemas.microsoft.com/office/powerpoint/2010/main" val="70748916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7.png" descr="A close-up of a graph&#10;&#10;Description automatically generated">
            <a:extLst>
              <a:ext uri="{FF2B5EF4-FFF2-40B4-BE49-F238E27FC236}">
                <a16:creationId xmlns:a16="http://schemas.microsoft.com/office/drawing/2014/main" id="{D0963EFE-D37D-3D5F-7282-69E283694CC4}"/>
              </a:ext>
            </a:extLst>
          </p:cNvPr>
          <p:cNvPicPr/>
          <p:nvPr/>
        </p:nvPicPr>
        <p:blipFill>
          <a:blip r:embed="rId2"/>
          <a:srcRect/>
          <a:stretch>
            <a:fillRect/>
          </a:stretch>
        </p:blipFill>
        <p:spPr>
          <a:xfrm>
            <a:off x="0" y="1468469"/>
            <a:ext cx="7420131" cy="2467926"/>
          </a:xfrm>
          <a:prstGeom prst="rect">
            <a:avLst/>
          </a:prstGeom>
          <a:ln/>
        </p:spPr>
      </p:pic>
      <p:pic>
        <p:nvPicPr>
          <p:cNvPr id="5" name="image4.png" descr="A diagram of a number of images&#10;&#10;Description automatically generated with medium confidence">
            <a:extLst>
              <a:ext uri="{FF2B5EF4-FFF2-40B4-BE49-F238E27FC236}">
                <a16:creationId xmlns:a16="http://schemas.microsoft.com/office/drawing/2014/main" id="{0C5FB80A-3A1E-1BB0-4B24-2FBA4F570219}"/>
              </a:ext>
            </a:extLst>
          </p:cNvPr>
          <p:cNvPicPr/>
          <p:nvPr/>
        </p:nvPicPr>
        <p:blipFill>
          <a:blip r:embed="rId3"/>
          <a:srcRect/>
          <a:stretch>
            <a:fillRect/>
          </a:stretch>
        </p:blipFill>
        <p:spPr>
          <a:xfrm>
            <a:off x="345917" y="4465928"/>
            <a:ext cx="6728296" cy="1648690"/>
          </a:xfrm>
          <a:prstGeom prst="rect">
            <a:avLst/>
          </a:prstGeom>
          <a:ln/>
        </p:spPr>
      </p:pic>
      <p:sp>
        <p:nvSpPr>
          <p:cNvPr id="6" name="Content Placeholder 2">
            <a:extLst>
              <a:ext uri="{FF2B5EF4-FFF2-40B4-BE49-F238E27FC236}">
                <a16:creationId xmlns:a16="http://schemas.microsoft.com/office/drawing/2014/main" id="{773F3170-6E4D-D7D2-1B4C-53B3999B71D1}"/>
              </a:ext>
            </a:extLst>
          </p:cNvPr>
          <p:cNvSpPr>
            <a:spLocks noGrp="1"/>
          </p:cNvSpPr>
          <p:nvPr>
            <p:ph idx="1"/>
          </p:nvPr>
        </p:nvSpPr>
        <p:spPr>
          <a:xfrm>
            <a:off x="838200" y="938935"/>
            <a:ext cx="10515600" cy="4351338"/>
          </a:xfrm>
        </p:spPr>
        <p:txBody>
          <a:bodyPr/>
          <a:lstStyle/>
          <a:p>
            <a:pPr marL="0" indent="0">
              <a:buNone/>
            </a:pPr>
            <a:r>
              <a:rPr lang="en-US" dirty="0"/>
              <a:t>Visual Attention Patterns</a:t>
            </a:r>
          </a:p>
        </p:txBody>
      </p:sp>
      <p:pic>
        <p:nvPicPr>
          <p:cNvPr id="7" name="Picture 6">
            <a:extLst>
              <a:ext uri="{FF2B5EF4-FFF2-40B4-BE49-F238E27FC236}">
                <a16:creationId xmlns:a16="http://schemas.microsoft.com/office/drawing/2014/main" id="{F1883596-B4B2-6F03-7577-D2D3F1BA66E3}"/>
              </a:ext>
            </a:extLst>
          </p:cNvPr>
          <p:cNvPicPr>
            <a:picLocks noChangeAspect="1"/>
          </p:cNvPicPr>
          <p:nvPr/>
        </p:nvPicPr>
        <p:blipFill>
          <a:blip r:embed="rId4"/>
          <a:stretch>
            <a:fillRect/>
          </a:stretch>
        </p:blipFill>
        <p:spPr>
          <a:xfrm>
            <a:off x="7642614" y="0"/>
            <a:ext cx="5391204" cy="6858000"/>
          </a:xfrm>
          <a:prstGeom prst="rect">
            <a:avLst/>
          </a:prstGeom>
        </p:spPr>
      </p:pic>
    </p:spTree>
    <p:extLst>
      <p:ext uri="{BB962C8B-B14F-4D97-AF65-F5344CB8AC3E}">
        <p14:creationId xmlns:p14="http://schemas.microsoft.com/office/powerpoint/2010/main" val="226869189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AF7752CA-2DC2-EC83-72D1-67E022F37B21}"/>
              </a:ext>
            </a:extLst>
          </p:cNvPr>
          <p:cNvSpPr>
            <a:spLocks noGrp="1"/>
          </p:cNvSpPr>
          <p:nvPr>
            <p:ph idx="1"/>
          </p:nvPr>
        </p:nvSpPr>
        <p:spPr>
          <a:xfrm>
            <a:off x="838200" y="938935"/>
            <a:ext cx="10515600" cy="4351338"/>
          </a:xfrm>
        </p:spPr>
        <p:txBody>
          <a:bodyPr/>
          <a:lstStyle/>
          <a:p>
            <a:pPr marL="0" indent="0">
              <a:buNone/>
            </a:pPr>
            <a:r>
              <a:rPr lang="en-US" dirty="0"/>
              <a:t>Qualitative Feedback from Participants</a:t>
            </a:r>
          </a:p>
        </p:txBody>
      </p:sp>
      <p:pic>
        <p:nvPicPr>
          <p:cNvPr id="5122" name="Picture 2" descr="Forms response chart. Question title: When recalling the images, what characteristics do you primarily focus on?. Number of responses: 15 responses.">
            <a:extLst>
              <a:ext uri="{FF2B5EF4-FFF2-40B4-BE49-F238E27FC236}">
                <a16:creationId xmlns:a16="http://schemas.microsoft.com/office/drawing/2014/main" id="{E0984348-9DF0-5ABC-7908-C99BB3B026D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86376" y="1726477"/>
            <a:ext cx="8819248" cy="41925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9067868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8FC9BE17-9A7B-462D-AE50-3D87773873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Close up of an eye with lines and dots&#10;&#10;Description automatically generated">
            <a:extLst>
              <a:ext uri="{FF2B5EF4-FFF2-40B4-BE49-F238E27FC236}">
                <a16:creationId xmlns:a16="http://schemas.microsoft.com/office/drawing/2014/main" id="{631B5858-0563-C80A-70A5-6035E234E748}"/>
              </a:ext>
            </a:extLst>
          </p:cNvPr>
          <p:cNvPicPr>
            <a:picLocks noChangeAspect="1"/>
          </p:cNvPicPr>
          <p:nvPr/>
        </p:nvPicPr>
        <p:blipFill rotWithShape="1">
          <a:blip r:embed="rId2">
            <a:alphaModFix amt="49000"/>
            <a:extLst>
              <a:ext uri="{BEBA8EAE-BF5A-486C-A8C5-ECC9F3942E4B}">
                <a14:imgProps xmlns:a14="http://schemas.microsoft.com/office/drawing/2010/main">
                  <a14:imgLayer r:embed="rId3">
                    <a14:imgEffect>
                      <a14:saturation sat="41000"/>
                    </a14:imgEffect>
                  </a14:imgLayer>
                </a14:imgProps>
              </a:ext>
            </a:extLst>
          </a:blip>
          <a:srcRect l="18371" r="26759" b="9090"/>
          <a:stretch/>
        </p:blipFill>
        <p:spPr>
          <a:xfrm>
            <a:off x="3523488" y="10"/>
            <a:ext cx="8668512" cy="6857990"/>
          </a:xfrm>
          <a:prstGeom prst="rect">
            <a:avLst/>
          </a:prstGeom>
        </p:spPr>
      </p:pic>
      <p:sp>
        <p:nvSpPr>
          <p:cNvPr id="18" name="Rectangle 17">
            <a:extLst>
              <a:ext uri="{FF2B5EF4-FFF2-40B4-BE49-F238E27FC236}">
                <a16:creationId xmlns:a16="http://schemas.microsoft.com/office/drawing/2014/main" id="{3EBE8569-6AEC-4B8C-8D53-2DE337CDBA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9756601" cy="6858000"/>
          </a:xfrm>
          <a:prstGeom prst="rect">
            <a:avLst/>
          </a:prstGeom>
          <a:gradFill>
            <a:gsLst>
              <a:gs pos="58000">
                <a:schemeClr val="bg1"/>
              </a:gs>
              <a:gs pos="35000">
                <a:schemeClr val="bg1">
                  <a:alpha val="78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8F7464C1-1121-F44F-4240-1FCFA395C462}"/>
              </a:ext>
            </a:extLst>
          </p:cNvPr>
          <p:cNvSpPr>
            <a:spLocks noGrp="1"/>
          </p:cNvSpPr>
          <p:nvPr>
            <p:ph type="title"/>
          </p:nvPr>
        </p:nvSpPr>
        <p:spPr>
          <a:xfrm>
            <a:off x="371094" y="1161288"/>
            <a:ext cx="3438144" cy="1124712"/>
          </a:xfrm>
        </p:spPr>
        <p:txBody>
          <a:bodyPr anchor="b">
            <a:normAutofit/>
          </a:bodyPr>
          <a:lstStyle/>
          <a:p>
            <a:r>
              <a:rPr lang="en-US" sz="2800" dirty="0"/>
              <a:t>Conclusion</a:t>
            </a:r>
          </a:p>
        </p:txBody>
      </p:sp>
      <p:sp>
        <p:nvSpPr>
          <p:cNvPr id="20" name="Rectangle 19">
            <a:extLst>
              <a:ext uri="{FF2B5EF4-FFF2-40B4-BE49-F238E27FC236}">
                <a16:creationId xmlns:a16="http://schemas.microsoft.com/office/drawing/2014/main" id="{55D4142C-5077-457F-A6AD-3FECFDB396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62559" y="605790"/>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2" name="Rectangle 21">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8244" y="2443480"/>
            <a:ext cx="3300984" cy="9144"/>
          </a:xfrm>
          <a:prstGeom prst="rect">
            <a:avLst/>
          </a:prstGeom>
          <a:solidFill>
            <a:srgbClr val="D5D5D5"/>
          </a:solidFill>
          <a:ln w="3175">
            <a:solidFill>
              <a:srgbClr val="D5D5D5"/>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C91D1E23-147F-D315-1E67-5713BAD5FC57}"/>
              </a:ext>
            </a:extLst>
          </p:cNvPr>
          <p:cNvSpPr>
            <a:spLocks noGrp="1"/>
          </p:cNvSpPr>
          <p:nvPr>
            <p:ph idx="1"/>
          </p:nvPr>
        </p:nvSpPr>
        <p:spPr>
          <a:xfrm>
            <a:off x="371093" y="2718054"/>
            <a:ext cx="8301851" cy="3207258"/>
          </a:xfrm>
        </p:spPr>
        <p:txBody>
          <a:bodyPr anchor="t">
            <a:noAutofit/>
          </a:bodyPr>
          <a:lstStyle/>
          <a:p>
            <a:pPr marL="0" marR="0" indent="0">
              <a:lnSpc>
                <a:spcPct val="200000"/>
              </a:lnSpc>
              <a:spcBef>
                <a:spcPts val="1800"/>
              </a:spcBef>
              <a:spcAft>
                <a:spcPts val="600"/>
              </a:spcAft>
              <a:buNone/>
            </a:pPr>
            <a:r>
              <a:rPr lang="en-US" sz="2000" dirty="0">
                <a:solidFill>
                  <a:srgbClr val="000000"/>
                </a:solidFill>
                <a:effectLst/>
                <a:latin typeface="Times New Roman" panose="02020603050405020304" pitchFamily="18" charset="0"/>
                <a:cs typeface="Times New Roman" panose="02020603050405020304" pitchFamily="18" charset="0"/>
              </a:rPr>
              <a:t>Key Insights and Implications</a:t>
            </a:r>
            <a:endParaRPr lang="en-US" sz="2000" dirty="0">
              <a:effectLst/>
              <a:latin typeface="Times New Roman" panose="02020603050405020304" pitchFamily="18" charset="0"/>
              <a:cs typeface="Arial" panose="020B0604020202020204" pitchFamily="34" charset="0"/>
            </a:endParaRPr>
          </a:p>
          <a:p>
            <a:pPr marL="342900" marR="0" lvl="0" indent="-342900">
              <a:lnSpc>
                <a:spcPct val="200000"/>
              </a:lnSpc>
              <a:spcBef>
                <a:spcPts val="0"/>
              </a:spcBef>
              <a:spcAft>
                <a:spcPts val="0"/>
              </a:spcAft>
              <a:buFont typeface="+mj-lt"/>
              <a:buAutoNum type="arabicPeriod"/>
            </a:pPr>
            <a:r>
              <a:rPr lang="en-US" sz="2000" dirty="0">
                <a:solidFill>
                  <a:srgbClr val="000000"/>
                </a:solidFill>
                <a:effectLst/>
                <a:highlight>
                  <a:srgbClr val="FFFFFF"/>
                </a:highlight>
                <a:latin typeface="Times New Roman" panose="02020603050405020304" pitchFamily="18" charset="0"/>
                <a:ea typeface="Times New Roman" panose="02020603050405020304" pitchFamily="18" charset="0"/>
              </a:rPr>
              <a:t>Impact of Gender and Role Stereotypes</a:t>
            </a:r>
          </a:p>
          <a:p>
            <a:pPr marL="342900" marR="0" lvl="0" indent="-342900">
              <a:lnSpc>
                <a:spcPct val="200000"/>
              </a:lnSpc>
              <a:spcBef>
                <a:spcPts val="0"/>
              </a:spcBef>
              <a:spcAft>
                <a:spcPts val="0"/>
              </a:spcAft>
              <a:buFont typeface="+mj-lt"/>
              <a:buAutoNum type="arabicPeriod"/>
            </a:pPr>
            <a:r>
              <a:rPr lang="en-US" sz="2000" dirty="0">
                <a:solidFill>
                  <a:srgbClr val="000000"/>
                </a:solidFill>
                <a:effectLst/>
                <a:highlight>
                  <a:srgbClr val="FFFFFF"/>
                </a:highlight>
                <a:latin typeface="Times New Roman" panose="02020603050405020304" pitchFamily="18" charset="0"/>
                <a:ea typeface="Times New Roman" panose="02020603050405020304" pitchFamily="18" charset="0"/>
              </a:rPr>
              <a:t>Cognitive Load Dynamics</a:t>
            </a:r>
            <a:endParaRPr lang="en-US" sz="2000" dirty="0">
              <a:solidFill>
                <a:srgbClr val="000000"/>
              </a:solidFill>
              <a:effectLst/>
              <a:latin typeface="Times New Roman" panose="02020603050405020304" pitchFamily="18" charset="0"/>
              <a:ea typeface="Times New Roman" panose="02020603050405020304" pitchFamily="18" charset="0"/>
            </a:endParaRPr>
          </a:p>
          <a:p>
            <a:pPr marL="342900" marR="0" lvl="0" indent="-342900">
              <a:lnSpc>
                <a:spcPct val="200000"/>
              </a:lnSpc>
              <a:spcBef>
                <a:spcPts val="0"/>
              </a:spcBef>
              <a:spcAft>
                <a:spcPts val="0"/>
              </a:spcAft>
              <a:buFont typeface="+mj-lt"/>
              <a:buAutoNum type="arabicPeriod"/>
            </a:pPr>
            <a:r>
              <a:rPr lang="en-US" sz="2000" dirty="0">
                <a:solidFill>
                  <a:srgbClr val="000000"/>
                </a:solidFill>
                <a:effectLst/>
                <a:highlight>
                  <a:srgbClr val="FFFFFF"/>
                </a:highlight>
                <a:latin typeface="Times New Roman" panose="02020603050405020304" pitchFamily="18" charset="0"/>
                <a:ea typeface="Times New Roman" panose="02020603050405020304" pitchFamily="18" charset="0"/>
              </a:rPr>
              <a:t>Visual Attention and Decision-Making</a:t>
            </a:r>
            <a:endParaRPr lang="en-US" sz="2000" dirty="0">
              <a:solidFill>
                <a:srgbClr val="000000"/>
              </a:solidFill>
              <a:highlight>
                <a:srgbClr val="FFFFFF"/>
              </a:highlight>
              <a:latin typeface="Times New Roman" panose="02020603050405020304" pitchFamily="18" charset="0"/>
              <a:ea typeface="Times New Roman" panose="02020603050405020304" pitchFamily="18" charset="0"/>
            </a:endParaRPr>
          </a:p>
          <a:p>
            <a:pPr marL="342900" marR="0" lvl="0" indent="-342900">
              <a:lnSpc>
                <a:spcPct val="200000"/>
              </a:lnSpc>
              <a:spcBef>
                <a:spcPts val="0"/>
              </a:spcBef>
              <a:spcAft>
                <a:spcPts val="0"/>
              </a:spcAft>
              <a:buFont typeface="+mj-lt"/>
              <a:buAutoNum type="arabicPeriod"/>
            </a:pPr>
            <a:r>
              <a:rPr lang="en-US" sz="2000" dirty="0">
                <a:effectLst/>
                <a:highlight>
                  <a:srgbClr val="FFFFFF"/>
                </a:highlight>
                <a:latin typeface="Times New Roman" panose="02020603050405020304" pitchFamily="18" charset="0"/>
                <a:ea typeface="Times New Roman" panose="02020603050405020304" pitchFamily="18" charset="0"/>
              </a:rPr>
              <a:t>Methodological Contributions</a:t>
            </a:r>
          </a:p>
          <a:p>
            <a:pPr marL="342900" marR="0" lvl="0" indent="-342900">
              <a:lnSpc>
                <a:spcPct val="200000"/>
              </a:lnSpc>
              <a:spcBef>
                <a:spcPts val="0"/>
              </a:spcBef>
              <a:spcAft>
                <a:spcPts val="0"/>
              </a:spcAft>
              <a:buFont typeface="+mj-lt"/>
              <a:buAutoNum type="arabicPeriod"/>
            </a:pPr>
            <a:r>
              <a:rPr lang="en-US" sz="2000" dirty="0">
                <a:effectLst/>
                <a:highlight>
                  <a:srgbClr val="FFFFFF"/>
                </a:highlight>
                <a:latin typeface="Times New Roman" panose="02020603050405020304" pitchFamily="18" charset="0"/>
                <a:ea typeface="Times New Roman" panose="02020603050405020304" pitchFamily="18" charset="0"/>
              </a:rPr>
              <a:t>Future Directions</a:t>
            </a:r>
            <a:endParaRPr lang="en-US" sz="20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53341073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1936</TotalTime>
  <Words>1720</Words>
  <Application>Microsoft Macintosh PowerPoint</Application>
  <PresentationFormat>Widescreen</PresentationFormat>
  <Paragraphs>686</Paragraphs>
  <Slides>28</Slides>
  <Notes>6</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28</vt:i4>
      </vt:variant>
    </vt:vector>
  </HeadingPairs>
  <TitlesOfParts>
    <vt:vector size="39" baseType="lpstr">
      <vt:lpstr>Aharoni</vt:lpstr>
      <vt:lpstr>American Typewriter</vt:lpstr>
      <vt:lpstr>Aptos</vt:lpstr>
      <vt:lpstr>Aptos Display</vt:lpstr>
      <vt:lpstr>Arial</vt:lpstr>
      <vt:lpstr>Broadway</vt:lpstr>
      <vt:lpstr>Calibri</vt:lpstr>
      <vt:lpstr>Courier New</vt:lpstr>
      <vt:lpstr>Söhne</vt:lpstr>
      <vt:lpstr>Times New Roman</vt:lpstr>
      <vt:lpstr>Office Theme</vt:lpstr>
      <vt:lpstr>PowerPoint Presentation</vt:lpstr>
      <vt:lpstr>Contents</vt:lpstr>
      <vt:lpstr>Problem Statement</vt:lpstr>
      <vt:lpstr>Research Questions</vt:lpstr>
      <vt:lpstr>Literature Review</vt:lpstr>
      <vt:lpstr>Literature Review</vt:lpstr>
      <vt:lpstr>Literature Review</vt:lpstr>
      <vt:lpstr>Methodology</vt:lpstr>
      <vt:lpstr>Methodology</vt:lpstr>
      <vt:lpstr>PowerPoint Presentation</vt:lpstr>
      <vt:lpstr>Methodology</vt:lpstr>
      <vt:lpstr>Methodology</vt:lpstr>
      <vt:lpstr>Methodology</vt:lpstr>
      <vt:lpstr>Methodology</vt:lpstr>
      <vt:lpstr>PowerPoint Presentation</vt:lpstr>
      <vt:lpstr>PowerPoint Presentation</vt:lpstr>
      <vt:lpstr>PowerPoint Presentation</vt:lpstr>
      <vt:lpstr>PowerPoint Presentation</vt:lpstr>
      <vt:lpstr>Results and Analysis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Naga Srija Gopisetty</dc:creator>
  <cp:lastModifiedBy>Naga Srija Gopisetty</cp:lastModifiedBy>
  <cp:revision>8</cp:revision>
  <dcterms:created xsi:type="dcterms:W3CDTF">2024-05-16T02:23:39Z</dcterms:created>
  <dcterms:modified xsi:type="dcterms:W3CDTF">2024-05-18T02:42:21Z</dcterms:modified>
</cp:coreProperties>
</file>